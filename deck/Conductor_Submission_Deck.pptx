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29"/>
  </p:notesMasterIdLst>
  <p:handoutMasterIdLst>
    <p:handoutMasterId r:id="rId30"/>
  </p:handoutMasterIdLst>
  <p:sldIdLst>
    <p:sldId id="256" r:id="rId18"/>
    <p:sldId id="257" r:id="rId19"/>
    <p:sldId id="258" r:id="rId20"/>
    <p:sldId id="259" r:id="rId21"/>
  </p:sldIdLst>
  <p:sldSz cx="9144000" cy="5143500" type="screen16x9"/>
  <p:notesSz cx="6858000" cy="9144000"/>
  <p:embeddedFontLst>
    <p:embeddedFont>
      <p:font typeface="Poppins" pitchFamily="2" charset="77"/>
      <p:regular r:id="rId31"/>
      <p:bold r:id="rId32"/>
      <p:italic r:id="rId33"/>
      <p:boldItalic r:id="rId34"/>
    </p:embeddedFont>
  </p:embeddedFontLst>
  <p:custDataLst>
    <p:tags r:id="rId35"/>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yle Guide" id="{E209CB46-B0B7-43DA-B6E6-21DFDD9114E3}">
          <p14:sldIdLst>
            <p14:sldId id="480"/>
            <p14:sldId id="496"/>
            <p14:sldId id="504"/>
          </p14:sldIdLst>
        </p14:section>
        <p14:section name="Slide Templates" id="{4FB18EBE-1BF5-4ED1-B311-B6137D22E092}">
          <p14:sldIdLst>
            <p14:sldId id="505"/>
            <p14:sldId id="506"/>
            <p14:sldId id="507"/>
            <p14:sldId id="483"/>
            <p14:sldId id="497"/>
            <p14:sldId id="484"/>
            <p14:sldId id="485"/>
            <p14:sldId id="486"/>
            <p14:sldId id="487"/>
            <p14:sldId id="488"/>
            <p14:sldId id="473"/>
            <p14:sldId id="489"/>
            <p14:sldId id="491"/>
            <p14:sldId id="492"/>
            <p14:sldId id="493"/>
            <p14:sldId id="494"/>
          </p14:sldIdLst>
        </p14:section>
        <p14:section name="Sample Layouts" id="{544502BE-54D9-4EE4-9B71-815ECE5F62A6}">
          <p14:sldIdLst>
            <p14:sldId id="498"/>
            <p14:sldId id="502"/>
            <p14:sldId id="499"/>
            <p14:sldId id="503"/>
            <p14:sldId id="500"/>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7D09DF1-1FB1-3CCC-8ECF-EBF83F27DD46}" name="Harleen Arora" initials="HA" userId="S::harora@aberdeenadv.com::0af0f89f-3ff6-4df5-af56-5a62bef4e58f"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44B0B1"/>
    <a:srgbClr val="FFFFFF"/>
    <a:srgbClr val="09375F"/>
    <a:srgbClr val="636363"/>
    <a:srgbClr val="00B3B2"/>
    <a:srgbClr val="000000"/>
    <a:srgbClr val="0082C6"/>
    <a:srgbClr val="013C42"/>
    <a:srgbClr val="F4A61D"/>
    <a:srgbClr val="E4E4E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23"/>
    <p:restoredTop sz="94673"/>
  </p:normalViewPr>
  <p:slideViewPr>
    <p:cSldViewPr snapToGrid="0">
      <p:cViewPr varScale="1">
        <p:scale>
          <a:sx n="148" d="100"/>
          <a:sy n="148" d="100"/>
        </p:scale>
        <p:origin x="69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18" Type="http://schemas.openxmlformats.org/officeDocument/2006/relationships/slide" Target="slides/slide1.xml"/><Relationship Id="rId19" Type="http://schemas.openxmlformats.org/officeDocument/2006/relationships/slide" Target="slides/slide2.xml"/><Relationship Id="rId20" Type="http://schemas.openxmlformats.org/officeDocument/2006/relationships/slide" Target="slides/slide3.xml"/><Relationship Id="rId21" Type="http://schemas.openxmlformats.org/officeDocument/2006/relationships/slide" Target="slides/slide4.xml"/><Relationship Id="rId29" Type="http://schemas.openxmlformats.org/officeDocument/2006/relationships/notesMaster" Target="notesMasters/notesMaster1.xml"/><Relationship Id="rId30" Type="http://schemas.openxmlformats.org/officeDocument/2006/relationships/handoutMaster" Target="handoutMasters/handoutMaster1.xml"/><Relationship Id="rId31" Type="http://schemas.openxmlformats.org/officeDocument/2006/relationships/font" Target="fonts/font1.fntdata"/><Relationship Id="rId32" Type="http://schemas.openxmlformats.org/officeDocument/2006/relationships/font" Target="fonts/font2.fntdata"/><Relationship Id="rId33" Type="http://schemas.openxmlformats.org/officeDocument/2006/relationships/font" Target="fonts/font3.fntdata"/><Relationship Id="rId34" Type="http://schemas.openxmlformats.org/officeDocument/2006/relationships/font" Target="fonts/font4.fntdata"/><Relationship Id="rId35" Type="http://schemas.openxmlformats.org/officeDocument/2006/relationships/tags" Target="tags/tag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 Id="rId40" Type="http://schemas.microsoft.com/office/2016/11/relationships/changesInfo" Target="changesInfos/changesInfo1.xml"/><Relationship Id="rId41"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in Henn" userId="6d0b96d3-c45f-4784-940f-fb4a6b322f63" providerId="ADAL" clId="{8581DF1F-063A-5110-A2DD-467826383473}"/>
    <pc:docChg chg="custSel modSld">
      <pc:chgData name="Erin Henn" userId="6d0b96d3-c45f-4784-940f-fb4a6b322f63" providerId="ADAL" clId="{8581DF1F-063A-5110-A2DD-467826383473}" dt="2026-01-22T19:02:03.494" v="45" actId="21"/>
      <pc:docMkLst>
        <pc:docMk/>
      </pc:docMkLst>
      <pc:sldChg chg="addSp delSp modSp mod">
        <pc:chgData name="Erin Henn" userId="6d0b96d3-c45f-4784-940f-fb4a6b322f63" providerId="ADAL" clId="{8581DF1F-063A-5110-A2DD-467826383473}" dt="2026-01-22T19:02:03.494" v="45" actId="21"/>
        <pc:sldMkLst>
          <pc:docMk/>
          <pc:sldMk cId="4097356618" sldId="487"/>
        </pc:sldMkLst>
        <pc:spChg chg="add del mod">
          <ac:chgData name="Erin Henn" userId="6d0b96d3-c45f-4784-940f-fb4a6b322f63" providerId="ADAL" clId="{8581DF1F-063A-5110-A2DD-467826383473}" dt="2026-01-22T19:02:03.494" v="45" actId="21"/>
          <ac:spMkLst>
            <pc:docMk/>
            <pc:sldMk cId="4097356618" sldId="487"/>
            <ac:spMk id="4" creationId="{02C5AB35-A821-5D09-E49A-68184FF9FD62}"/>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78BFD05-FB45-8C91-FC1C-73CA8D6E91E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D58F7E8-0C74-1708-E997-41CE15113FB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AF96FF6-7E9A-437C-BE35-4542177A6A75}" type="datetimeFigureOut">
              <a:rPr lang="en-US" smtClean="0"/>
              <a:t>1/22/26</a:t>
            </a:fld>
            <a:endParaRPr lang="en-US"/>
          </a:p>
        </p:txBody>
      </p:sp>
      <p:sp>
        <p:nvSpPr>
          <p:cNvPr id="4" name="Footer Placeholder 3">
            <a:extLst>
              <a:ext uri="{FF2B5EF4-FFF2-40B4-BE49-F238E27FC236}">
                <a16:creationId xmlns:a16="http://schemas.microsoft.com/office/drawing/2014/main" id="{0DE20A2F-1101-A2DE-ADA4-B4F2B812562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2E2192F-AE85-A31B-FF84-7D1427B6A63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CA3DC2-1170-4EC5-965B-E0F2399D0A49}" type="slidenum">
              <a:rPr lang="en-US" smtClean="0"/>
              <a:t>‹#›</a:t>
            </a:fld>
            <a:endParaRPr lang="en-US"/>
          </a:p>
        </p:txBody>
      </p:sp>
    </p:spTree>
    <p:extLst>
      <p:ext uri="{BB962C8B-B14F-4D97-AF65-F5344CB8AC3E}">
        <p14:creationId xmlns:p14="http://schemas.microsoft.com/office/powerpoint/2010/main" val="427137685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cs typeface="Arial" panose="020B0604020202020204" pitchFamily="34" charset="0"/>
                <a:sym typeface="Arial" panose="020B0604020202020204" pitchFamily="34" charset="0"/>
              </a:defRPr>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cs typeface="Arial" panose="020B0604020202020204" pitchFamily="34" charset="0"/>
                <a:sym typeface="Arial" panose="020B0604020202020204" pitchFamily="34" charset="0"/>
              </a:defRPr>
            </a:lvl1pPr>
          </a:lstStyle>
          <a:p>
            <a:fld id="{DEB2F043-F88A-452A-9E65-1A8B84B43E5F}" type="datetimeFigureOut">
              <a:rPr lang="en-IN" smtClean="0"/>
              <a:pPr/>
              <a:t>22/01/26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cs typeface="Arial" panose="020B0604020202020204" pitchFamily="34" charset="0"/>
                <a:sym typeface="Arial" panose="020B0604020202020204" pitchFamily="34" charset="0"/>
              </a:defRPr>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cs typeface="Arial" panose="020B0604020202020204" pitchFamily="34" charset="0"/>
                <a:sym typeface="Arial" panose="020B0604020202020204" pitchFamily="34" charset="0"/>
              </a:defRPr>
            </a:lvl1pPr>
          </a:lstStyle>
          <a:p>
            <a:fld id="{BC54126C-41AE-4588-8112-508A675AA7F0}" type="slidenum">
              <a:rPr lang="en-IN" smtClean="0"/>
              <a:pPr/>
              <a:t>‹#›</a:t>
            </a:fld>
            <a:endParaRPr lang="en-IN"/>
          </a:p>
        </p:txBody>
      </p:sp>
    </p:spTree>
    <p:extLst>
      <p:ext uri="{BB962C8B-B14F-4D97-AF65-F5344CB8AC3E}">
        <p14:creationId xmlns:p14="http://schemas.microsoft.com/office/powerpoint/2010/main" val="4797487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vl2pPr marL="457200" algn="l" defTabSz="914400" rtl="0" eaLnBrk="1" latinLnBrk="0" hangingPunct="1">
      <a:defRPr sz="1200" kern="1200">
        <a:solidFill>
          <a:schemeClr val="tx1"/>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defTabSz="914400" rtl="0" eaLnBrk="1" latinLnBrk="0" hangingPunct="1">
      <a:defRPr sz="1200" kern="1200">
        <a:solidFill>
          <a:schemeClr val="tx1"/>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defTabSz="914400" rtl="0" eaLnBrk="1" latinLnBrk="0" hangingPunct="1">
      <a:defRPr sz="1200" kern="1200">
        <a:solidFill>
          <a:schemeClr val="tx1"/>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defTabSz="914400" rtl="0" eaLnBrk="1" latinLnBrk="0" hangingPunct="1">
      <a:defRPr sz="1200" kern="1200">
        <a:solidFill>
          <a:schemeClr val="tx1"/>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on the artefacts, not the theory. This is one completed Aberdeen engagement, and every row here is a defect in the file marked final. Point at the column-shifted formula: that opportunity carries no priority band at all, and its quadrant reads the same axis twice. Nothing in a spreadsheet can detect it. Then the counts — 43, 46, about 50, and a theme split summing to 56 — four artefacts, four answers to one question. Land the consequence: a partner presents numbers the model does not guarantee, and the first challenge from the room is unanswerable. This is the problem Conductor removes by construction, not by care.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path. Sign in as Liv, land on the workspace overview, then Opportunities: only three integer scores are stored, everything else is computed on read. Roadmap shows a real dependency violation — the B2B portal sits in the same wave as the integration work it depends on; move it and the issue clears. Then Publish: version 1 deliberately left out the roadmap and the initiatives, so tick them, publish version 2, and switch to Dana in the portal to watch the content appear. Everything on this slide is working today. Say plainly that the seeded engagement is fictional and persistence is per-instance.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to slow down on. Two moves only. First, in AI Review, open a proposal: confidence, evidence and rationale, then accept it and show the audit event — and say clearly that the proposals are seeded mock outputs while the review mechanics are real. Second, in the portal as Dana, rank an opportunity or ask for different timing, then return as Liv to Client Feedback and accept it: the model moves, the change is recorded. Reject one to show nothing moves. The argument to state out loud: a generic tool holds neither the firm's arithmetic nor a client-safe frozen version.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lists, deliberately separated. Left is demonstrable in the next five minutes; right is designed but not built, and should be described as future capability every time it comes up — especially ingestion, cost and capacity, and deck generation. On the target block, be explicit: these are the numbers Aberdeen is underwriting for the business case, subject to refinement, and nothing in this build measures them. If asked where the four weeks comes from, say it is Liv's target for the engagement model, not an observed cycle time. Close on the repository and offer the local run; there is no deployed instance to click.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1.emf"/><Relationship Id="rId5" Type="http://schemas.openxmlformats.org/officeDocument/2006/relationships/image" Target="../media/image2.png"/><Relationship Id="rId6"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 Id="rId3" Type="http://schemas.openxmlformats.org/officeDocument/2006/relationships/image" Target="../media/image4.jpeg"/><Relationship Id="rId4" Type="http://schemas.openxmlformats.org/officeDocument/2006/relationships/oleObject" Target="../embeddings/oleObject2.bin"/><Relationship Id="rId5"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Master" Target="../slideMasters/slideMaster1.xml"/><Relationship Id="rId3" Type="http://schemas.openxmlformats.org/officeDocument/2006/relationships/oleObject" Target="../embeddings/oleObject4.bin"/><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Master" Target="../slideMasters/slideMaster1.xml"/><Relationship Id="rId3" Type="http://schemas.openxmlformats.org/officeDocument/2006/relationships/oleObject" Target="../embeddings/oleObject4.bin"/><Relationship Id="rId4" Type="http://schemas.openxmlformats.org/officeDocument/2006/relationships/image" Target="../media/image1.emf"/></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Master" Target="../slideMasters/slideMaster1.xml"/><Relationship Id="rId3" Type="http://schemas.openxmlformats.org/officeDocument/2006/relationships/oleObject" Target="../embeddings/oleObject5.bin"/><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Master" Target="../slideMasters/slideMaster1.xml"/><Relationship Id="rId3" Type="http://schemas.openxmlformats.org/officeDocument/2006/relationships/oleObject" Target="../embeddings/oleObject5.bin"/><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Master" Target="../slideMasters/slideMaster1.xml"/><Relationship Id="rId3" Type="http://schemas.openxmlformats.org/officeDocument/2006/relationships/oleObject" Target="../embeddings/oleObject5.bin"/><Relationship Id="rId4"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Master" Target="../slideMasters/slideMaster1.xml"/><Relationship Id="rId3" Type="http://schemas.openxmlformats.org/officeDocument/2006/relationships/oleObject" Target="../embeddings/oleObject5.bin"/><Relationship Id="rId4" Type="http://schemas.openxmlformats.org/officeDocument/2006/relationships/image" Target="../media/image1.emf"/></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_Dark">
    <p:bg>
      <p:bgPr>
        <a:solidFill>
          <a:schemeClr val="bg2"/>
        </a:solidFill>
        <a:effectLst/>
      </p:bgPr>
    </p:bg>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E9313467-AAEB-47EA-872C-6D5E4A960399}"/>
              </a:ext>
            </a:extLst>
          </p:cNvPr>
          <p:cNvGraphicFramePr>
            <a:graphicFrameLocks noChangeAspect="1"/>
          </p:cNvGraphicFramePr>
          <p:nvPr userDrawn="1">
            <p:custDataLst>
              <p:tags r:id="rId1"/>
            </p:custDataLst>
            <p:extLst>
              <p:ext uri="{D42A27DB-BD31-4B8C-83A1-F6EECF244321}">
                <p14:modId xmlns:p14="http://schemas.microsoft.com/office/powerpoint/2010/main" val="4519926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8" name="Object 7" hidden="1">
                        <a:extLst>
                          <a:ext uri="{FF2B5EF4-FFF2-40B4-BE49-F238E27FC236}">
                            <a16:creationId xmlns:a16="http://schemas.microsoft.com/office/drawing/2014/main" id="{E9313467-AAEB-47EA-872C-6D5E4A96039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itle 1">
            <a:extLst>
              <a:ext uri="{FF2B5EF4-FFF2-40B4-BE49-F238E27FC236}">
                <a16:creationId xmlns:a16="http://schemas.microsoft.com/office/drawing/2014/main" id="{52FC0262-0563-2901-53C3-B38059D45939}"/>
              </a:ext>
            </a:extLst>
          </p:cNvPr>
          <p:cNvSpPr>
            <a:spLocks noGrp="1"/>
          </p:cNvSpPr>
          <p:nvPr userDrawn="1">
            <p:ph type="ctrTitle" hasCustomPrompt="1"/>
          </p:nvPr>
        </p:nvSpPr>
        <p:spPr>
          <a:xfrm>
            <a:off x="458049" y="1293093"/>
            <a:ext cx="5940145" cy="553998"/>
          </a:xfrm>
          <a:prstGeom prst="rect">
            <a:avLst/>
          </a:prstGeom>
        </p:spPr>
        <p:txBody>
          <a:bodyPr vert="horz" anchor="b"/>
          <a:lstStyle>
            <a:lvl1pPr algn="l">
              <a:defRPr sz="3600">
                <a:solidFill>
                  <a:schemeClr val="bg1"/>
                </a:solidFill>
                <a:latin typeface="Poppins" pitchFamily="2" charset="77"/>
                <a:cs typeface="Poppins" pitchFamily="2" charset="77"/>
                <a:sym typeface="Arial" panose="020B0604020202020204" pitchFamily="34" charset="0"/>
              </a:defRPr>
            </a:lvl1pPr>
          </a:lstStyle>
          <a:p>
            <a:r>
              <a:rPr lang="en-US"/>
              <a:t>Title Slide: Dark</a:t>
            </a:r>
            <a:endParaRPr lang="da-DK"/>
          </a:p>
        </p:txBody>
      </p:sp>
      <p:sp>
        <p:nvSpPr>
          <p:cNvPr id="9" name="Subtitle 2">
            <a:extLst>
              <a:ext uri="{FF2B5EF4-FFF2-40B4-BE49-F238E27FC236}">
                <a16:creationId xmlns:a16="http://schemas.microsoft.com/office/drawing/2014/main" id="{C3BF0FFA-704B-59EA-1A80-B8CB63070DCD}"/>
              </a:ext>
            </a:extLst>
          </p:cNvPr>
          <p:cNvSpPr>
            <a:spLocks noGrp="1"/>
          </p:cNvSpPr>
          <p:nvPr userDrawn="1">
            <p:ph type="subTitle" idx="1" hasCustomPrompt="1"/>
          </p:nvPr>
        </p:nvSpPr>
        <p:spPr>
          <a:xfrm>
            <a:off x="458049" y="1867024"/>
            <a:ext cx="5940145" cy="430887"/>
          </a:xfrm>
        </p:spPr>
        <p:txBody>
          <a:bodyPr wrap="square" anchor="b">
            <a:spAutoFit/>
          </a:bodyPr>
          <a:lstStyle>
            <a:lvl1pPr marL="0" indent="0" algn="l">
              <a:buNone/>
              <a:defRPr sz="1600" b="1">
                <a:solidFill>
                  <a:schemeClr val="bg1"/>
                </a:solidFill>
                <a:latin typeface="Poppins" pitchFamily="2" charset="77"/>
                <a:cs typeface="Poppins" pitchFamily="2" charset="77"/>
                <a:sym typeface="Arial" panose="020B0604020202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Subtitle goes here</a:t>
            </a:r>
          </a:p>
        </p:txBody>
      </p:sp>
      <p:sp>
        <p:nvSpPr>
          <p:cNvPr id="10" name="Text Placeholder 18">
            <a:extLst>
              <a:ext uri="{FF2B5EF4-FFF2-40B4-BE49-F238E27FC236}">
                <a16:creationId xmlns:a16="http://schemas.microsoft.com/office/drawing/2014/main" id="{E7F30698-216A-32AA-DAD9-9A06C65C75B7}"/>
              </a:ext>
            </a:extLst>
          </p:cNvPr>
          <p:cNvSpPr>
            <a:spLocks noGrp="1"/>
          </p:cNvSpPr>
          <p:nvPr userDrawn="1">
            <p:ph type="body" sz="quarter" idx="11" hasCustomPrompt="1"/>
          </p:nvPr>
        </p:nvSpPr>
        <p:spPr>
          <a:xfrm>
            <a:off x="458049" y="2624735"/>
            <a:ext cx="2850110" cy="233910"/>
          </a:xfrm>
        </p:spPr>
        <p:txBody>
          <a:bodyPr tIns="9144" bIns="9144" anchor="b">
            <a:spAutoFit/>
          </a:bodyPr>
          <a:lstStyle>
            <a:lvl1pPr marL="0" marR="0" indent="0" algn="l" defTabSz="685800" rtl="0" eaLnBrk="1" fontAlgn="auto" latinLnBrk="0" hangingPunct="1">
              <a:lnSpc>
                <a:spcPct val="100000"/>
              </a:lnSpc>
              <a:spcBef>
                <a:spcPts val="0"/>
              </a:spcBef>
              <a:spcAft>
                <a:spcPts val="400"/>
              </a:spcAft>
              <a:buClr>
                <a:srgbClr val="000000"/>
              </a:buClr>
              <a:buSzPct val="110000"/>
              <a:buFont typeface="Arial" panose="020B0604020202020204" pitchFamily="34" charset="0"/>
              <a:buNone/>
              <a:tabLst/>
              <a:defRPr sz="1400">
                <a:solidFill>
                  <a:schemeClr val="bg1"/>
                </a:solidFill>
                <a:latin typeface="Poppins" pitchFamily="2" charset="77"/>
                <a:cs typeface="Poppins" pitchFamily="2" charset="77"/>
                <a:sym typeface="Arial" panose="020B0604020202020204" pitchFamily="34" charset="0"/>
              </a:defRPr>
            </a:lvl1pPr>
          </a:lstStyle>
          <a:p>
            <a:pPr marL="0" marR="0" lvl="0" indent="0" algn="l" defTabSz="685800" rtl="0" eaLnBrk="1" fontAlgn="auto" latinLnBrk="0" hangingPunct="1">
              <a:lnSpc>
                <a:spcPct val="100000"/>
              </a:lnSpc>
              <a:spcBef>
                <a:spcPts val="0"/>
              </a:spcBef>
              <a:spcAft>
                <a:spcPts val="400"/>
              </a:spcAft>
              <a:buClr>
                <a:srgbClr val="000000"/>
              </a:buClr>
              <a:buSzPct val="110000"/>
              <a:buFont typeface="Arial" panose="020B0604020202020204" pitchFamily="34" charset="0"/>
              <a:buNone/>
              <a:tabLst/>
              <a:defRPr/>
            </a:pPr>
            <a:r>
              <a:rPr lang="en-US"/>
              <a:t>MM, DD, YYYY</a:t>
            </a:r>
            <a:endParaRPr lang="en-IN"/>
          </a:p>
        </p:txBody>
      </p:sp>
      <p:grpSp>
        <p:nvGrpSpPr>
          <p:cNvPr id="44" name="Group 43">
            <a:extLst>
              <a:ext uri="{FF2B5EF4-FFF2-40B4-BE49-F238E27FC236}">
                <a16:creationId xmlns:a16="http://schemas.microsoft.com/office/drawing/2014/main" id="{61B90C72-867C-DFE3-E828-C2557255DD12}"/>
              </a:ext>
            </a:extLst>
          </p:cNvPr>
          <p:cNvGrpSpPr/>
          <p:nvPr userDrawn="1"/>
        </p:nvGrpSpPr>
        <p:grpSpPr>
          <a:xfrm>
            <a:off x="469200" y="3745514"/>
            <a:ext cx="1741808" cy="421631"/>
            <a:chOff x="-2459325" y="909338"/>
            <a:chExt cx="2090498" cy="506038"/>
          </a:xfrm>
        </p:grpSpPr>
        <p:sp>
          <p:nvSpPr>
            <p:cNvPr id="27" name="Freeform: Shape 26">
              <a:extLst>
                <a:ext uri="{FF2B5EF4-FFF2-40B4-BE49-F238E27FC236}">
                  <a16:creationId xmlns:a16="http://schemas.microsoft.com/office/drawing/2014/main" id="{B511F205-3EA2-74F3-8A1E-D15A8B569CA3}"/>
                </a:ext>
              </a:extLst>
            </p:cNvPr>
            <p:cNvSpPr/>
            <p:nvPr/>
          </p:nvSpPr>
          <p:spPr>
            <a:xfrm>
              <a:off x="-1594801" y="1254927"/>
              <a:ext cx="109813" cy="111433"/>
            </a:xfrm>
            <a:custGeom>
              <a:avLst/>
              <a:gdLst>
                <a:gd name="connsiteX0" fmla="*/ 49434 w 109813"/>
                <a:gd name="connsiteY0" fmla="*/ 83233 h 111433"/>
                <a:gd name="connsiteX1" fmla="*/ 83776 w 109813"/>
                <a:gd name="connsiteY1" fmla="*/ -10442 h 111433"/>
                <a:gd name="connsiteX2" fmla="*/ 104142 w 109813"/>
                <a:gd name="connsiteY2" fmla="*/ -10442 h 111433"/>
                <a:gd name="connsiteX3" fmla="*/ 60423 w 109813"/>
                <a:gd name="connsiteY3" fmla="*/ 100991 h 111433"/>
                <a:gd name="connsiteX4" fmla="*/ 38030 w 109813"/>
                <a:gd name="connsiteY4" fmla="*/ 100991 h 111433"/>
                <a:gd name="connsiteX5" fmla="*/ -5671 w 109813"/>
                <a:gd name="connsiteY5" fmla="*/ -10262 h 111433"/>
                <a:gd name="connsiteX6" fmla="*/ 14967 w 109813"/>
                <a:gd name="connsiteY6" fmla="*/ -10262 h 111433"/>
                <a:gd name="connsiteX7" fmla="*/ 49434 w 109813"/>
                <a:gd name="connsiteY7" fmla="*/ 83233 h 111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9813" h="111433">
                  <a:moveTo>
                    <a:pt x="49434" y="83233"/>
                  </a:moveTo>
                  <a:lnTo>
                    <a:pt x="83776" y="-10442"/>
                  </a:lnTo>
                  <a:lnTo>
                    <a:pt x="104142" y="-10442"/>
                  </a:lnTo>
                  <a:lnTo>
                    <a:pt x="60423" y="100991"/>
                  </a:lnTo>
                  <a:lnTo>
                    <a:pt x="38030" y="100991"/>
                  </a:lnTo>
                  <a:lnTo>
                    <a:pt x="-5671" y="-10262"/>
                  </a:lnTo>
                  <a:lnTo>
                    <a:pt x="14967" y="-10262"/>
                  </a:lnTo>
                  <a:lnTo>
                    <a:pt x="49434" y="83233"/>
                  </a:lnTo>
                  <a:close/>
                </a:path>
              </a:pathLst>
            </a:custGeom>
            <a:solidFill>
              <a:schemeClr val="bg1"/>
            </a:solidFill>
            <a:ln w="1803" cap="flat">
              <a:noFill/>
              <a:prstDash val="solid"/>
              <a:round/>
            </a:ln>
          </p:spPr>
          <p:txBody>
            <a:bodyPr rtlCol="0" anchor="ctr"/>
            <a:lstStyle/>
            <a:p>
              <a:endParaRPr lang="en-IN">
                <a:latin typeface="Arial" panose="020B0604020202020204" pitchFamily="34" charset="0"/>
                <a:cs typeface="Arial" panose="020B0604020202020204" pitchFamily="34" charset="0"/>
                <a:sym typeface="Arial" panose="020B0604020202020204" pitchFamily="34" charset="0"/>
              </a:endParaRPr>
            </a:p>
          </p:txBody>
        </p:sp>
        <p:sp>
          <p:nvSpPr>
            <p:cNvPr id="28" name="Freeform: Shape 27">
              <a:extLst>
                <a:ext uri="{FF2B5EF4-FFF2-40B4-BE49-F238E27FC236}">
                  <a16:creationId xmlns:a16="http://schemas.microsoft.com/office/drawing/2014/main" id="{291F29A0-806D-1376-16BA-7BAC68AB2A5E}"/>
                </a:ext>
              </a:extLst>
            </p:cNvPr>
            <p:cNvSpPr/>
            <p:nvPr/>
          </p:nvSpPr>
          <p:spPr>
            <a:xfrm rot="19821841">
              <a:off x="-2459325" y="958273"/>
              <a:ext cx="248542" cy="188457"/>
            </a:xfrm>
            <a:custGeom>
              <a:avLst/>
              <a:gdLst>
                <a:gd name="connsiteX0" fmla="*/ -4841 w 248542"/>
                <a:gd name="connsiteY0" fmla="*/ 140058 h 188457"/>
                <a:gd name="connsiteX1" fmla="*/ 243701 w 248542"/>
                <a:gd name="connsiteY1" fmla="*/ -9436 h 188457"/>
                <a:gd name="connsiteX2" fmla="*/ 243290 w 248542"/>
                <a:gd name="connsiteY2" fmla="*/ 70926 h 188457"/>
                <a:gd name="connsiteX3" fmla="*/ 236713 w 248542"/>
                <a:gd name="connsiteY3" fmla="*/ 74863 h 188457"/>
                <a:gd name="connsiteX4" fmla="*/ 63593 w 248542"/>
                <a:gd name="connsiteY4" fmla="*/ 179022 h 188457"/>
                <a:gd name="connsiteX5" fmla="*/ -4841 w 248542"/>
                <a:gd name="connsiteY5" fmla="*/ 140058 h 188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8542" h="188457">
                  <a:moveTo>
                    <a:pt x="-4841" y="140058"/>
                  </a:moveTo>
                  <a:lnTo>
                    <a:pt x="243701" y="-9436"/>
                  </a:lnTo>
                  <a:lnTo>
                    <a:pt x="243290" y="70926"/>
                  </a:lnTo>
                  <a:lnTo>
                    <a:pt x="236713" y="74863"/>
                  </a:lnTo>
                  <a:lnTo>
                    <a:pt x="63593" y="179022"/>
                  </a:lnTo>
                  <a:lnTo>
                    <a:pt x="-4841" y="140058"/>
                  </a:lnTo>
                  <a:close/>
                </a:path>
              </a:pathLst>
            </a:custGeom>
            <a:solidFill>
              <a:srgbClr val="00B3B2"/>
            </a:solidFill>
            <a:ln w="3687" cap="flat">
              <a:noFill/>
              <a:prstDash val="solid"/>
              <a:round/>
            </a:ln>
          </p:spPr>
          <p:txBody>
            <a:bodyPr rtlCol="0" anchor="ctr"/>
            <a:lstStyle/>
            <a:p>
              <a:endParaRPr lang="en-IN">
                <a:latin typeface="Arial" panose="020B0604020202020204" pitchFamily="34" charset="0"/>
                <a:cs typeface="Arial" panose="020B0604020202020204" pitchFamily="34" charset="0"/>
                <a:sym typeface="Arial" panose="020B0604020202020204" pitchFamily="34" charset="0"/>
              </a:endParaRPr>
            </a:p>
          </p:txBody>
        </p:sp>
        <p:sp>
          <p:nvSpPr>
            <p:cNvPr id="29" name="Freeform: Shape 28">
              <a:extLst>
                <a:ext uri="{FF2B5EF4-FFF2-40B4-BE49-F238E27FC236}">
                  <a16:creationId xmlns:a16="http://schemas.microsoft.com/office/drawing/2014/main" id="{1B2831CC-8610-2CB4-5A7F-DF4B9C7AEDDE}"/>
                </a:ext>
              </a:extLst>
            </p:cNvPr>
            <p:cNvSpPr/>
            <p:nvPr/>
          </p:nvSpPr>
          <p:spPr>
            <a:xfrm rot="1712540">
              <a:off x="-2259001" y="948985"/>
              <a:ext cx="242434" cy="288023"/>
            </a:xfrm>
            <a:custGeom>
              <a:avLst/>
              <a:gdLst>
                <a:gd name="connsiteX0" fmla="*/ -2745 w 242434"/>
                <a:gd name="connsiteY0" fmla="*/ 276391 h 288023"/>
                <a:gd name="connsiteX1" fmla="*/ -2745 w 242434"/>
                <a:gd name="connsiteY1" fmla="*/ -11633 h 288023"/>
                <a:gd name="connsiteX2" fmla="*/ 239690 w 242434"/>
                <a:gd name="connsiteY2" fmla="*/ 144627 h 288023"/>
                <a:gd name="connsiteX3" fmla="*/ 181163 w 242434"/>
                <a:gd name="connsiteY3" fmla="*/ 176102 h 288023"/>
                <a:gd name="connsiteX4" fmla="*/ 151465 w 242434"/>
                <a:gd name="connsiteY4" fmla="*/ 157449 h 288023"/>
                <a:gd name="connsiteX5" fmla="*/ 55754 w 242434"/>
                <a:gd name="connsiteY5" fmla="*/ 209922 h 288023"/>
                <a:gd name="connsiteX6" fmla="*/ 55754 w 242434"/>
                <a:gd name="connsiteY6" fmla="*/ 244905 h 288023"/>
                <a:gd name="connsiteX7" fmla="*/ -2745 w 242434"/>
                <a:gd name="connsiteY7" fmla="*/ 276391 h 288023"/>
                <a:gd name="connsiteX8" fmla="*/ 55754 w 242434"/>
                <a:gd name="connsiteY8" fmla="*/ 95649 h 288023"/>
                <a:gd name="connsiteX9" fmla="*/ 55754 w 242434"/>
                <a:gd name="connsiteY9" fmla="*/ 171444 h 288023"/>
                <a:gd name="connsiteX10" fmla="*/ 119153 w 242434"/>
                <a:gd name="connsiteY10" fmla="*/ 136462 h 288023"/>
                <a:gd name="connsiteX11" fmla="*/ 55754 w 242434"/>
                <a:gd name="connsiteY11" fmla="*/ 95649 h 288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2434" h="288023">
                  <a:moveTo>
                    <a:pt x="-2745" y="276391"/>
                  </a:moveTo>
                  <a:lnTo>
                    <a:pt x="-2745" y="-11633"/>
                  </a:lnTo>
                  <a:lnTo>
                    <a:pt x="239690" y="144627"/>
                  </a:lnTo>
                  <a:lnTo>
                    <a:pt x="181163" y="176102"/>
                  </a:lnTo>
                  <a:lnTo>
                    <a:pt x="151465" y="157449"/>
                  </a:lnTo>
                  <a:lnTo>
                    <a:pt x="55754" y="209922"/>
                  </a:lnTo>
                  <a:lnTo>
                    <a:pt x="55754" y="244905"/>
                  </a:lnTo>
                  <a:lnTo>
                    <a:pt x="-2745" y="276391"/>
                  </a:lnTo>
                  <a:close/>
                  <a:moveTo>
                    <a:pt x="55754" y="95649"/>
                  </a:moveTo>
                  <a:lnTo>
                    <a:pt x="55754" y="171444"/>
                  </a:lnTo>
                  <a:lnTo>
                    <a:pt x="119153" y="136462"/>
                  </a:lnTo>
                  <a:lnTo>
                    <a:pt x="55754" y="95649"/>
                  </a:lnTo>
                  <a:close/>
                </a:path>
              </a:pathLst>
            </a:custGeom>
            <a:solidFill>
              <a:schemeClr val="bg1"/>
            </a:solidFill>
            <a:ln w="8157" cap="flat">
              <a:noFill/>
              <a:prstDash val="solid"/>
              <a:round/>
            </a:ln>
          </p:spPr>
          <p:txBody>
            <a:bodyPr rtlCol="0" anchor="ctr"/>
            <a:lstStyle/>
            <a:p>
              <a:endParaRPr lang="en-IN">
                <a:latin typeface="Arial" panose="020B0604020202020204" pitchFamily="34" charset="0"/>
                <a:cs typeface="Arial" panose="020B0604020202020204" pitchFamily="34" charset="0"/>
                <a:sym typeface="Arial" panose="020B0604020202020204" pitchFamily="34" charset="0"/>
              </a:endParaRPr>
            </a:p>
          </p:txBody>
        </p:sp>
        <p:sp>
          <p:nvSpPr>
            <p:cNvPr id="30" name="Freeform: Shape 29">
              <a:extLst>
                <a:ext uri="{FF2B5EF4-FFF2-40B4-BE49-F238E27FC236}">
                  <a16:creationId xmlns:a16="http://schemas.microsoft.com/office/drawing/2014/main" id="{17DCFE28-1905-650A-625C-A19A4CE6E32F}"/>
                </a:ext>
              </a:extLst>
            </p:cNvPr>
            <p:cNvSpPr/>
            <p:nvPr/>
          </p:nvSpPr>
          <p:spPr>
            <a:xfrm>
              <a:off x="-1995178" y="909338"/>
              <a:ext cx="200128" cy="254152"/>
            </a:xfrm>
            <a:custGeom>
              <a:avLst/>
              <a:gdLst>
                <a:gd name="connsiteX0" fmla="*/ 56742 w 200128"/>
                <a:gd name="connsiteY0" fmla="*/ 84973 h 254152"/>
                <a:gd name="connsiteX1" fmla="*/ 80187 w 200128"/>
                <a:gd name="connsiteY1" fmla="*/ 63567 h 254152"/>
                <a:gd name="connsiteX2" fmla="*/ 115184 w 200128"/>
                <a:gd name="connsiteY2" fmla="*/ 55411 h 254152"/>
                <a:gd name="connsiteX3" fmla="*/ 157655 w 200128"/>
                <a:gd name="connsiteY3" fmla="*/ 67303 h 254152"/>
                <a:gd name="connsiteX4" fmla="*/ 187725 w 200128"/>
                <a:gd name="connsiteY4" fmla="*/ 101281 h 254152"/>
                <a:gd name="connsiteX5" fmla="*/ 198769 w 200128"/>
                <a:gd name="connsiteY5" fmla="*/ 152589 h 254152"/>
                <a:gd name="connsiteX6" fmla="*/ 187725 w 200128"/>
                <a:gd name="connsiteY6" fmla="*/ 204065 h 254152"/>
                <a:gd name="connsiteX7" fmla="*/ 157655 w 200128"/>
                <a:gd name="connsiteY7" fmla="*/ 238380 h 254152"/>
                <a:gd name="connsiteX8" fmla="*/ 115184 w 200128"/>
                <a:gd name="connsiteY8" fmla="*/ 250443 h 254152"/>
                <a:gd name="connsiteX9" fmla="*/ 80187 w 200128"/>
                <a:gd name="connsiteY9" fmla="*/ 242459 h 254152"/>
                <a:gd name="connsiteX10" fmla="*/ 56742 w 200128"/>
                <a:gd name="connsiteY10" fmla="*/ 221221 h 254152"/>
                <a:gd name="connsiteX11" fmla="*/ 56742 w 200128"/>
                <a:gd name="connsiteY11" fmla="*/ 247725 h 254152"/>
                <a:gd name="connsiteX12" fmla="*/ -1359 w 200128"/>
                <a:gd name="connsiteY12" fmla="*/ 247725 h 254152"/>
                <a:gd name="connsiteX13" fmla="*/ -1359 w 200128"/>
                <a:gd name="connsiteY13" fmla="*/ -3709 h 254152"/>
                <a:gd name="connsiteX14" fmla="*/ 56742 w 200128"/>
                <a:gd name="connsiteY14" fmla="*/ -3709 h 254152"/>
                <a:gd name="connsiteX15" fmla="*/ 56742 w 200128"/>
                <a:gd name="connsiteY15" fmla="*/ 84973 h 254152"/>
                <a:gd name="connsiteX16" fmla="*/ 139648 w 200128"/>
                <a:gd name="connsiteY16" fmla="*/ 152589 h 254152"/>
                <a:gd name="connsiteX17" fmla="*/ 127585 w 200128"/>
                <a:gd name="connsiteY17" fmla="*/ 118440 h 254152"/>
                <a:gd name="connsiteX18" fmla="*/ 97854 w 200128"/>
                <a:gd name="connsiteY18" fmla="*/ 106039 h 254152"/>
                <a:gd name="connsiteX19" fmla="*/ 68463 w 200128"/>
                <a:gd name="connsiteY19" fmla="*/ 118611 h 254152"/>
                <a:gd name="connsiteX20" fmla="*/ 56403 w 200128"/>
                <a:gd name="connsiteY20" fmla="*/ 152928 h 254152"/>
                <a:gd name="connsiteX21" fmla="*/ 68463 w 200128"/>
                <a:gd name="connsiteY21" fmla="*/ 187246 h 254152"/>
                <a:gd name="connsiteX22" fmla="*/ 97854 w 200128"/>
                <a:gd name="connsiteY22" fmla="*/ 199817 h 254152"/>
                <a:gd name="connsiteX23" fmla="*/ 127416 w 200128"/>
                <a:gd name="connsiteY23" fmla="*/ 187075 h 254152"/>
                <a:gd name="connsiteX24" fmla="*/ 139648 w 200128"/>
                <a:gd name="connsiteY24" fmla="*/ 152589 h 254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0128" h="254152">
                  <a:moveTo>
                    <a:pt x="56742" y="84973"/>
                  </a:moveTo>
                  <a:cubicBezTo>
                    <a:pt x="62178" y="76138"/>
                    <a:pt x="69993" y="69002"/>
                    <a:pt x="80187" y="63567"/>
                  </a:cubicBezTo>
                  <a:cubicBezTo>
                    <a:pt x="90381" y="58131"/>
                    <a:pt x="102045" y="55411"/>
                    <a:pt x="115184" y="55411"/>
                  </a:cubicBezTo>
                  <a:cubicBezTo>
                    <a:pt x="130813" y="55411"/>
                    <a:pt x="144969" y="59376"/>
                    <a:pt x="157655" y="67303"/>
                  </a:cubicBezTo>
                  <a:cubicBezTo>
                    <a:pt x="170340" y="75233"/>
                    <a:pt x="180363" y="86557"/>
                    <a:pt x="187725" y="101281"/>
                  </a:cubicBezTo>
                  <a:cubicBezTo>
                    <a:pt x="195087" y="116005"/>
                    <a:pt x="198769" y="133107"/>
                    <a:pt x="198769" y="152589"/>
                  </a:cubicBezTo>
                  <a:cubicBezTo>
                    <a:pt x="198769" y="172068"/>
                    <a:pt x="195087" y="189227"/>
                    <a:pt x="187725" y="204065"/>
                  </a:cubicBezTo>
                  <a:cubicBezTo>
                    <a:pt x="180363" y="218900"/>
                    <a:pt x="170340" y="230339"/>
                    <a:pt x="157655" y="238380"/>
                  </a:cubicBezTo>
                  <a:cubicBezTo>
                    <a:pt x="144969" y="246421"/>
                    <a:pt x="130813" y="250443"/>
                    <a:pt x="115184" y="250443"/>
                  </a:cubicBezTo>
                  <a:cubicBezTo>
                    <a:pt x="101819" y="250443"/>
                    <a:pt x="90153" y="247782"/>
                    <a:pt x="80187" y="242459"/>
                  </a:cubicBezTo>
                  <a:cubicBezTo>
                    <a:pt x="70219" y="237135"/>
                    <a:pt x="62403" y="230056"/>
                    <a:pt x="56742" y="221221"/>
                  </a:cubicBezTo>
                  <a:lnTo>
                    <a:pt x="56742" y="247725"/>
                  </a:lnTo>
                  <a:lnTo>
                    <a:pt x="-1359" y="247725"/>
                  </a:lnTo>
                  <a:lnTo>
                    <a:pt x="-1359" y="-3709"/>
                  </a:lnTo>
                  <a:lnTo>
                    <a:pt x="56742" y="-3709"/>
                  </a:lnTo>
                  <a:lnTo>
                    <a:pt x="56742" y="84973"/>
                  </a:lnTo>
                  <a:close/>
                  <a:moveTo>
                    <a:pt x="139648" y="152589"/>
                  </a:moveTo>
                  <a:cubicBezTo>
                    <a:pt x="139648" y="138091"/>
                    <a:pt x="135626" y="126709"/>
                    <a:pt x="127585" y="118440"/>
                  </a:cubicBezTo>
                  <a:cubicBezTo>
                    <a:pt x="119543" y="110173"/>
                    <a:pt x="109632" y="106039"/>
                    <a:pt x="97854" y="106039"/>
                  </a:cubicBezTo>
                  <a:cubicBezTo>
                    <a:pt x="86302" y="106039"/>
                    <a:pt x="76505" y="110230"/>
                    <a:pt x="68463" y="118611"/>
                  </a:cubicBezTo>
                  <a:cubicBezTo>
                    <a:pt x="60422" y="126992"/>
                    <a:pt x="56403" y="138430"/>
                    <a:pt x="56403" y="152928"/>
                  </a:cubicBezTo>
                  <a:cubicBezTo>
                    <a:pt x="56403" y="167424"/>
                    <a:pt x="60422" y="178862"/>
                    <a:pt x="68463" y="187246"/>
                  </a:cubicBezTo>
                  <a:cubicBezTo>
                    <a:pt x="76505" y="195627"/>
                    <a:pt x="86302" y="199817"/>
                    <a:pt x="97854" y="199817"/>
                  </a:cubicBezTo>
                  <a:cubicBezTo>
                    <a:pt x="109407" y="199817"/>
                    <a:pt x="119261" y="195570"/>
                    <a:pt x="127416" y="187075"/>
                  </a:cubicBezTo>
                  <a:cubicBezTo>
                    <a:pt x="135569" y="178580"/>
                    <a:pt x="139648" y="167084"/>
                    <a:pt x="139648" y="152589"/>
                  </a:cubicBezTo>
                  <a:close/>
                </a:path>
              </a:pathLst>
            </a:custGeom>
            <a:solidFill>
              <a:schemeClr val="bg1"/>
            </a:solidFill>
            <a:ln w="247" cap="flat">
              <a:noFill/>
              <a:prstDash val="solid"/>
              <a:round/>
            </a:ln>
          </p:spPr>
          <p:txBody>
            <a:bodyPr rtlCol="0" anchor="ctr"/>
            <a:lstStyle/>
            <a:p>
              <a:endParaRPr lang="en-IN">
                <a:latin typeface="Arial" panose="020B0604020202020204" pitchFamily="34" charset="0"/>
                <a:cs typeface="Arial" panose="020B0604020202020204" pitchFamily="34" charset="0"/>
                <a:sym typeface="Arial" panose="020B0604020202020204" pitchFamily="34" charset="0"/>
              </a:endParaRPr>
            </a:p>
          </p:txBody>
        </p:sp>
        <p:sp>
          <p:nvSpPr>
            <p:cNvPr id="31" name="Freeform: Shape 30">
              <a:extLst>
                <a:ext uri="{FF2B5EF4-FFF2-40B4-BE49-F238E27FC236}">
                  <a16:creationId xmlns:a16="http://schemas.microsoft.com/office/drawing/2014/main" id="{F59243DF-B1BD-5775-D84E-25E871BFE2C3}"/>
                </a:ext>
              </a:extLst>
            </p:cNvPr>
            <p:cNvSpPr/>
            <p:nvPr/>
          </p:nvSpPr>
          <p:spPr>
            <a:xfrm>
              <a:off x="-1741943" y="968459"/>
              <a:ext cx="190274" cy="195031"/>
            </a:xfrm>
            <a:custGeom>
              <a:avLst/>
              <a:gdLst>
                <a:gd name="connsiteX0" fmla="*/ 188078 w 190274"/>
                <a:gd name="connsiteY0" fmla="*/ 90645 h 195031"/>
                <a:gd name="connsiteX1" fmla="*/ 187059 w 190274"/>
                <a:gd name="connsiteY1" fmla="*/ 107635 h 195031"/>
                <a:gd name="connsiteX2" fmla="*/ 55566 w 190274"/>
                <a:gd name="connsiteY2" fmla="*/ 107635 h 195031"/>
                <a:gd name="connsiteX3" fmla="*/ 66948 w 190274"/>
                <a:gd name="connsiteY3" fmla="*/ 134648 h 195031"/>
                <a:gd name="connsiteX4" fmla="*/ 91582 w 190274"/>
                <a:gd name="connsiteY4" fmla="*/ 143991 h 195031"/>
                <a:gd name="connsiteX5" fmla="*/ 121821 w 190274"/>
                <a:gd name="connsiteY5" fmla="*/ 125642 h 195031"/>
                <a:gd name="connsiteX6" fmla="*/ 183660 w 190274"/>
                <a:gd name="connsiteY6" fmla="*/ 125642 h 195031"/>
                <a:gd name="connsiteX7" fmla="*/ 166503 w 190274"/>
                <a:gd name="connsiteY7" fmla="*/ 159280 h 195031"/>
                <a:gd name="connsiteX8" fmla="*/ 135412 w 190274"/>
                <a:gd name="connsiteY8" fmla="*/ 182724 h 195031"/>
                <a:gd name="connsiteX9" fmla="*/ 93621 w 190274"/>
                <a:gd name="connsiteY9" fmla="*/ 191219 h 195031"/>
                <a:gd name="connsiteX10" fmla="*/ 44014 w 190274"/>
                <a:gd name="connsiteY10" fmla="*/ 179327 h 195031"/>
                <a:gd name="connsiteX11" fmla="*/ 10036 w 190274"/>
                <a:gd name="connsiteY11" fmla="*/ 145350 h 195031"/>
                <a:gd name="connsiteX12" fmla="*/ -2196 w 190274"/>
                <a:gd name="connsiteY12" fmla="*/ 93705 h 195031"/>
                <a:gd name="connsiteX13" fmla="*/ 9865 w 190274"/>
                <a:gd name="connsiteY13" fmla="*/ 42057 h 195031"/>
                <a:gd name="connsiteX14" fmla="*/ 43674 w 190274"/>
                <a:gd name="connsiteY14" fmla="*/ 8080 h 195031"/>
                <a:gd name="connsiteX15" fmla="*/ 93621 w 190274"/>
                <a:gd name="connsiteY15" fmla="*/ -3812 h 195031"/>
                <a:gd name="connsiteX16" fmla="*/ 142548 w 190274"/>
                <a:gd name="connsiteY16" fmla="*/ 7740 h 195031"/>
                <a:gd name="connsiteX17" fmla="*/ 176015 w 190274"/>
                <a:gd name="connsiteY17" fmla="*/ 40699 h 195031"/>
                <a:gd name="connsiteX18" fmla="*/ 188078 w 190274"/>
                <a:gd name="connsiteY18" fmla="*/ 90645 h 195031"/>
                <a:gd name="connsiteX19" fmla="*/ 128618 w 190274"/>
                <a:gd name="connsiteY19" fmla="*/ 75356 h 195031"/>
                <a:gd name="connsiteX20" fmla="*/ 118424 w 190274"/>
                <a:gd name="connsiteY20" fmla="*/ 51572 h 195031"/>
                <a:gd name="connsiteX21" fmla="*/ 92941 w 190274"/>
                <a:gd name="connsiteY21" fmla="*/ 42737 h 195031"/>
                <a:gd name="connsiteX22" fmla="*/ 68307 w 190274"/>
                <a:gd name="connsiteY22" fmla="*/ 51232 h 195031"/>
                <a:gd name="connsiteX23" fmla="*/ 55906 w 190274"/>
                <a:gd name="connsiteY23" fmla="*/ 75356 h 195031"/>
                <a:gd name="connsiteX24" fmla="*/ 128618 w 190274"/>
                <a:gd name="connsiteY24" fmla="*/ 75356 h 195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0274" h="195031">
                  <a:moveTo>
                    <a:pt x="188078" y="90645"/>
                  </a:moveTo>
                  <a:cubicBezTo>
                    <a:pt x="188078" y="96083"/>
                    <a:pt x="187739" y="101746"/>
                    <a:pt x="187059" y="107635"/>
                  </a:cubicBezTo>
                  <a:lnTo>
                    <a:pt x="55566" y="107635"/>
                  </a:lnTo>
                  <a:cubicBezTo>
                    <a:pt x="56471" y="119413"/>
                    <a:pt x="60265" y="128416"/>
                    <a:pt x="66948" y="134648"/>
                  </a:cubicBezTo>
                  <a:cubicBezTo>
                    <a:pt x="73630" y="140876"/>
                    <a:pt x="81843" y="143991"/>
                    <a:pt x="91582" y="143991"/>
                  </a:cubicBezTo>
                  <a:cubicBezTo>
                    <a:pt x="106078" y="143991"/>
                    <a:pt x="116158" y="137874"/>
                    <a:pt x="121821" y="125642"/>
                  </a:cubicBezTo>
                  <a:lnTo>
                    <a:pt x="183660" y="125642"/>
                  </a:lnTo>
                  <a:cubicBezTo>
                    <a:pt x="180491" y="138102"/>
                    <a:pt x="174770" y="149314"/>
                    <a:pt x="166503" y="159280"/>
                  </a:cubicBezTo>
                  <a:cubicBezTo>
                    <a:pt x="158234" y="169248"/>
                    <a:pt x="147872" y="177061"/>
                    <a:pt x="135412" y="182724"/>
                  </a:cubicBezTo>
                  <a:cubicBezTo>
                    <a:pt x="122954" y="188388"/>
                    <a:pt x="109024" y="191219"/>
                    <a:pt x="93621" y="191219"/>
                  </a:cubicBezTo>
                  <a:cubicBezTo>
                    <a:pt x="75046" y="191219"/>
                    <a:pt x="58510" y="187255"/>
                    <a:pt x="44014" y="179327"/>
                  </a:cubicBezTo>
                  <a:cubicBezTo>
                    <a:pt x="29516" y="171400"/>
                    <a:pt x="18189" y="160073"/>
                    <a:pt x="10036" y="145350"/>
                  </a:cubicBezTo>
                  <a:cubicBezTo>
                    <a:pt x="1881" y="130626"/>
                    <a:pt x="-2196" y="113410"/>
                    <a:pt x="-2196" y="93705"/>
                  </a:cubicBezTo>
                  <a:cubicBezTo>
                    <a:pt x="-2196" y="73997"/>
                    <a:pt x="1824" y="56781"/>
                    <a:pt x="9865" y="42057"/>
                  </a:cubicBezTo>
                  <a:cubicBezTo>
                    <a:pt x="17906" y="27334"/>
                    <a:pt x="29176" y="16009"/>
                    <a:pt x="43674" y="8080"/>
                  </a:cubicBezTo>
                  <a:cubicBezTo>
                    <a:pt x="58170" y="152"/>
                    <a:pt x="74820" y="-3812"/>
                    <a:pt x="93621" y="-3812"/>
                  </a:cubicBezTo>
                  <a:cubicBezTo>
                    <a:pt x="111967" y="-3812"/>
                    <a:pt x="128278" y="38"/>
                    <a:pt x="142548" y="7740"/>
                  </a:cubicBezTo>
                  <a:cubicBezTo>
                    <a:pt x="156818" y="15442"/>
                    <a:pt x="167974" y="26429"/>
                    <a:pt x="176015" y="40699"/>
                  </a:cubicBezTo>
                  <a:cubicBezTo>
                    <a:pt x="184057" y="54969"/>
                    <a:pt x="188078" y="71619"/>
                    <a:pt x="188078" y="90645"/>
                  </a:cubicBezTo>
                  <a:close/>
                  <a:moveTo>
                    <a:pt x="128618" y="75356"/>
                  </a:moveTo>
                  <a:cubicBezTo>
                    <a:pt x="128618" y="65388"/>
                    <a:pt x="125221" y="57461"/>
                    <a:pt x="118424" y="51572"/>
                  </a:cubicBezTo>
                  <a:cubicBezTo>
                    <a:pt x="111628" y="45683"/>
                    <a:pt x="103135" y="42737"/>
                    <a:pt x="92941" y="42737"/>
                  </a:cubicBezTo>
                  <a:cubicBezTo>
                    <a:pt x="83201" y="42737"/>
                    <a:pt x="74989" y="45569"/>
                    <a:pt x="68307" y="51232"/>
                  </a:cubicBezTo>
                  <a:cubicBezTo>
                    <a:pt x="61624" y="56895"/>
                    <a:pt x="57490" y="64937"/>
                    <a:pt x="55906" y="75356"/>
                  </a:cubicBezTo>
                  <a:lnTo>
                    <a:pt x="128618" y="75356"/>
                  </a:lnTo>
                  <a:close/>
                </a:path>
              </a:pathLst>
            </a:custGeom>
            <a:solidFill>
              <a:schemeClr val="bg1"/>
            </a:solidFill>
            <a:ln w="247" cap="flat">
              <a:noFill/>
              <a:prstDash val="solid"/>
              <a:round/>
            </a:ln>
          </p:spPr>
          <p:txBody>
            <a:bodyPr rtlCol="0" anchor="ctr"/>
            <a:lstStyle/>
            <a:p>
              <a:endParaRPr lang="en-IN">
                <a:latin typeface="Arial" panose="020B0604020202020204" pitchFamily="34" charset="0"/>
                <a:cs typeface="Arial" panose="020B0604020202020204" pitchFamily="34" charset="0"/>
                <a:sym typeface="Arial" panose="020B0604020202020204" pitchFamily="34" charset="0"/>
              </a:endParaRPr>
            </a:p>
          </p:txBody>
        </p:sp>
        <p:sp>
          <p:nvSpPr>
            <p:cNvPr id="32" name="Freeform: Shape 31">
              <a:extLst>
                <a:ext uri="{FF2B5EF4-FFF2-40B4-BE49-F238E27FC236}">
                  <a16:creationId xmlns:a16="http://schemas.microsoft.com/office/drawing/2014/main" id="{A8E4523C-4A94-CA28-D16F-BE348D122C2A}"/>
                </a:ext>
              </a:extLst>
            </p:cNvPr>
            <p:cNvSpPr/>
            <p:nvPr/>
          </p:nvSpPr>
          <p:spPr>
            <a:xfrm>
              <a:off x="-1487570" y="969138"/>
              <a:ext cx="117562" cy="191634"/>
            </a:xfrm>
            <a:custGeom>
              <a:avLst/>
              <a:gdLst>
                <a:gd name="connsiteX0" fmla="*/ 55173 w 117562"/>
                <a:gd name="connsiteY0" fmla="*/ 29829 h 191634"/>
                <a:gd name="connsiteX1" fmla="*/ 80656 w 117562"/>
                <a:gd name="connsiteY1" fmla="*/ 5197 h 191634"/>
                <a:gd name="connsiteX2" fmla="*/ 114633 w 117562"/>
                <a:gd name="connsiteY2" fmla="*/ -3809 h 191634"/>
                <a:gd name="connsiteX3" fmla="*/ 114633 w 117562"/>
                <a:gd name="connsiteY3" fmla="*/ 57692 h 191634"/>
                <a:gd name="connsiteX4" fmla="*/ 98662 w 117562"/>
                <a:gd name="connsiteY4" fmla="*/ 57692 h 191634"/>
                <a:gd name="connsiteX5" fmla="*/ 66046 w 117562"/>
                <a:gd name="connsiteY5" fmla="*/ 67035 h 191634"/>
                <a:gd name="connsiteX6" fmla="*/ 55173 w 117562"/>
                <a:gd name="connsiteY6" fmla="*/ 99823 h 191634"/>
                <a:gd name="connsiteX7" fmla="*/ 55173 w 117562"/>
                <a:gd name="connsiteY7" fmla="*/ 187826 h 191634"/>
                <a:gd name="connsiteX8" fmla="*/ -2929 w 117562"/>
                <a:gd name="connsiteY8" fmla="*/ 187826 h 191634"/>
                <a:gd name="connsiteX9" fmla="*/ -2929 w 117562"/>
                <a:gd name="connsiteY9" fmla="*/ -1768 h 191634"/>
                <a:gd name="connsiteX10" fmla="*/ 55173 w 117562"/>
                <a:gd name="connsiteY10" fmla="*/ -1768 h 191634"/>
                <a:gd name="connsiteX11" fmla="*/ 55173 w 117562"/>
                <a:gd name="connsiteY11" fmla="*/ 29829 h 191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562" h="191634">
                  <a:moveTo>
                    <a:pt x="55173" y="29829"/>
                  </a:moveTo>
                  <a:cubicBezTo>
                    <a:pt x="61967" y="19410"/>
                    <a:pt x="70462" y="11200"/>
                    <a:pt x="80656" y="5197"/>
                  </a:cubicBezTo>
                  <a:cubicBezTo>
                    <a:pt x="90849" y="-806"/>
                    <a:pt x="102176" y="-3809"/>
                    <a:pt x="114633" y="-3809"/>
                  </a:cubicBezTo>
                  <a:lnTo>
                    <a:pt x="114633" y="57692"/>
                  </a:lnTo>
                  <a:lnTo>
                    <a:pt x="98662" y="57692"/>
                  </a:lnTo>
                  <a:cubicBezTo>
                    <a:pt x="84167" y="57692"/>
                    <a:pt x="73294" y="60807"/>
                    <a:pt x="66046" y="67035"/>
                  </a:cubicBezTo>
                  <a:cubicBezTo>
                    <a:pt x="58795" y="73264"/>
                    <a:pt x="55173" y="84194"/>
                    <a:pt x="55173" y="99823"/>
                  </a:cubicBezTo>
                  <a:lnTo>
                    <a:pt x="55173" y="187826"/>
                  </a:lnTo>
                  <a:lnTo>
                    <a:pt x="-2929" y="187826"/>
                  </a:lnTo>
                  <a:lnTo>
                    <a:pt x="-2929" y="-1768"/>
                  </a:lnTo>
                  <a:lnTo>
                    <a:pt x="55173" y="-1768"/>
                  </a:lnTo>
                  <a:lnTo>
                    <a:pt x="55173" y="29829"/>
                  </a:lnTo>
                  <a:close/>
                </a:path>
              </a:pathLst>
            </a:custGeom>
            <a:solidFill>
              <a:schemeClr val="bg1"/>
            </a:solidFill>
            <a:ln w="247" cap="flat">
              <a:noFill/>
              <a:prstDash val="solid"/>
              <a:round/>
            </a:ln>
          </p:spPr>
          <p:txBody>
            <a:bodyPr rtlCol="0" anchor="ctr"/>
            <a:lstStyle/>
            <a:p>
              <a:endParaRPr lang="en-IN">
                <a:latin typeface="Arial" panose="020B0604020202020204" pitchFamily="34" charset="0"/>
                <a:cs typeface="Arial" panose="020B0604020202020204" pitchFamily="34" charset="0"/>
                <a:sym typeface="Arial" panose="020B0604020202020204" pitchFamily="34" charset="0"/>
              </a:endParaRPr>
            </a:p>
          </p:txBody>
        </p:sp>
        <p:sp>
          <p:nvSpPr>
            <p:cNvPr id="33" name="Freeform: Shape 32">
              <a:extLst>
                <a:ext uri="{FF2B5EF4-FFF2-40B4-BE49-F238E27FC236}">
                  <a16:creationId xmlns:a16="http://schemas.microsoft.com/office/drawing/2014/main" id="{EAEEBAB0-25FE-18F9-5341-F7E4CCEEF4B2}"/>
                </a:ext>
              </a:extLst>
            </p:cNvPr>
            <p:cNvSpPr/>
            <p:nvPr/>
          </p:nvSpPr>
          <p:spPr>
            <a:xfrm>
              <a:off x="-1317989" y="909338"/>
              <a:ext cx="200128" cy="254152"/>
            </a:xfrm>
            <a:custGeom>
              <a:avLst/>
              <a:gdLst>
                <a:gd name="connsiteX0" fmla="*/ -3629 w 200128"/>
                <a:gd name="connsiteY0" fmla="*/ 152589 h 254152"/>
                <a:gd name="connsiteX1" fmla="*/ 7413 w 200128"/>
                <a:gd name="connsiteY1" fmla="*/ 101281 h 254152"/>
                <a:gd name="connsiteX2" fmla="*/ 37483 w 200128"/>
                <a:gd name="connsiteY2" fmla="*/ 67303 h 254152"/>
                <a:gd name="connsiteX3" fmla="*/ 79956 w 200128"/>
                <a:gd name="connsiteY3" fmla="*/ 55411 h 254152"/>
                <a:gd name="connsiteX4" fmla="*/ 114103 w 200128"/>
                <a:gd name="connsiteY4" fmla="*/ 63227 h 254152"/>
                <a:gd name="connsiteX5" fmla="*/ 138398 w 200128"/>
                <a:gd name="connsiteY5" fmla="*/ 84294 h 254152"/>
                <a:gd name="connsiteX6" fmla="*/ 138398 w 200128"/>
                <a:gd name="connsiteY6" fmla="*/ -3709 h 254152"/>
                <a:gd name="connsiteX7" fmla="*/ 196500 w 200128"/>
                <a:gd name="connsiteY7" fmla="*/ -3709 h 254152"/>
                <a:gd name="connsiteX8" fmla="*/ 196500 w 200128"/>
                <a:gd name="connsiteY8" fmla="*/ 247725 h 254152"/>
                <a:gd name="connsiteX9" fmla="*/ 138398 w 200128"/>
                <a:gd name="connsiteY9" fmla="*/ 247725 h 254152"/>
                <a:gd name="connsiteX10" fmla="*/ 138398 w 200128"/>
                <a:gd name="connsiteY10" fmla="*/ 220542 h 254152"/>
                <a:gd name="connsiteX11" fmla="*/ 115122 w 200128"/>
                <a:gd name="connsiteY11" fmla="*/ 242288 h 254152"/>
                <a:gd name="connsiteX12" fmla="*/ 79956 w 200128"/>
                <a:gd name="connsiteY12" fmla="*/ 250443 h 254152"/>
                <a:gd name="connsiteX13" fmla="*/ 37483 w 200128"/>
                <a:gd name="connsiteY13" fmla="*/ 238380 h 254152"/>
                <a:gd name="connsiteX14" fmla="*/ 7413 w 200128"/>
                <a:gd name="connsiteY14" fmla="*/ 204065 h 254152"/>
                <a:gd name="connsiteX15" fmla="*/ -3629 w 200128"/>
                <a:gd name="connsiteY15" fmla="*/ 152589 h 254152"/>
                <a:gd name="connsiteX16" fmla="*/ 138398 w 200128"/>
                <a:gd name="connsiteY16" fmla="*/ 152928 h 254152"/>
                <a:gd name="connsiteX17" fmla="*/ 126334 w 200128"/>
                <a:gd name="connsiteY17" fmla="*/ 118611 h 254152"/>
                <a:gd name="connsiteX18" fmla="*/ 96944 w 200128"/>
                <a:gd name="connsiteY18" fmla="*/ 106039 h 254152"/>
                <a:gd name="connsiteX19" fmla="*/ 67553 w 200128"/>
                <a:gd name="connsiteY19" fmla="*/ 118440 h 254152"/>
                <a:gd name="connsiteX20" fmla="*/ 55492 w 200128"/>
                <a:gd name="connsiteY20" fmla="*/ 152589 h 254152"/>
                <a:gd name="connsiteX21" fmla="*/ 67553 w 200128"/>
                <a:gd name="connsiteY21" fmla="*/ 187075 h 254152"/>
                <a:gd name="connsiteX22" fmla="*/ 96944 w 200128"/>
                <a:gd name="connsiteY22" fmla="*/ 199817 h 254152"/>
                <a:gd name="connsiteX23" fmla="*/ 126334 w 200128"/>
                <a:gd name="connsiteY23" fmla="*/ 187246 h 254152"/>
                <a:gd name="connsiteX24" fmla="*/ 138398 w 200128"/>
                <a:gd name="connsiteY24" fmla="*/ 152928 h 254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0128" h="254152">
                  <a:moveTo>
                    <a:pt x="-3629" y="152589"/>
                  </a:moveTo>
                  <a:cubicBezTo>
                    <a:pt x="-3629" y="133107"/>
                    <a:pt x="51" y="116005"/>
                    <a:pt x="7413" y="101281"/>
                  </a:cubicBezTo>
                  <a:cubicBezTo>
                    <a:pt x="14775" y="86557"/>
                    <a:pt x="24797" y="75233"/>
                    <a:pt x="37483" y="67303"/>
                  </a:cubicBezTo>
                  <a:cubicBezTo>
                    <a:pt x="50169" y="59376"/>
                    <a:pt x="64325" y="55411"/>
                    <a:pt x="79956" y="55411"/>
                  </a:cubicBezTo>
                  <a:cubicBezTo>
                    <a:pt x="92413" y="55411"/>
                    <a:pt x="103797" y="58017"/>
                    <a:pt x="114103" y="63227"/>
                  </a:cubicBezTo>
                  <a:cubicBezTo>
                    <a:pt x="124410" y="68437"/>
                    <a:pt x="132509" y="75459"/>
                    <a:pt x="138398" y="84294"/>
                  </a:cubicBezTo>
                  <a:lnTo>
                    <a:pt x="138398" y="-3709"/>
                  </a:lnTo>
                  <a:lnTo>
                    <a:pt x="196500" y="-3709"/>
                  </a:lnTo>
                  <a:lnTo>
                    <a:pt x="196500" y="247725"/>
                  </a:lnTo>
                  <a:lnTo>
                    <a:pt x="138398" y="247725"/>
                  </a:lnTo>
                  <a:lnTo>
                    <a:pt x="138398" y="220542"/>
                  </a:lnTo>
                  <a:cubicBezTo>
                    <a:pt x="132960" y="229605"/>
                    <a:pt x="125201" y="236852"/>
                    <a:pt x="115122" y="242288"/>
                  </a:cubicBezTo>
                  <a:cubicBezTo>
                    <a:pt x="105042" y="247725"/>
                    <a:pt x="93319" y="250443"/>
                    <a:pt x="79956" y="250443"/>
                  </a:cubicBezTo>
                  <a:cubicBezTo>
                    <a:pt x="64325" y="250443"/>
                    <a:pt x="50169" y="246421"/>
                    <a:pt x="37483" y="238380"/>
                  </a:cubicBezTo>
                  <a:cubicBezTo>
                    <a:pt x="24797" y="230339"/>
                    <a:pt x="14775" y="218900"/>
                    <a:pt x="7413" y="204065"/>
                  </a:cubicBezTo>
                  <a:cubicBezTo>
                    <a:pt x="51" y="189227"/>
                    <a:pt x="-3629" y="172068"/>
                    <a:pt x="-3629" y="152589"/>
                  </a:cubicBezTo>
                  <a:close/>
                  <a:moveTo>
                    <a:pt x="138398" y="152928"/>
                  </a:moveTo>
                  <a:cubicBezTo>
                    <a:pt x="138398" y="138430"/>
                    <a:pt x="134376" y="126992"/>
                    <a:pt x="126334" y="118611"/>
                  </a:cubicBezTo>
                  <a:cubicBezTo>
                    <a:pt x="118293" y="110230"/>
                    <a:pt x="108496" y="106039"/>
                    <a:pt x="96944" y="106039"/>
                  </a:cubicBezTo>
                  <a:cubicBezTo>
                    <a:pt x="85391" y="106039"/>
                    <a:pt x="75594" y="110173"/>
                    <a:pt x="67553" y="118440"/>
                  </a:cubicBezTo>
                  <a:cubicBezTo>
                    <a:pt x="59512" y="126709"/>
                    <a:pt x="55492" y="138091"/>
                    <a:pt x="55492" y="152589"/>
                  </a:cubicBezTo>
                  <a:cubicBezTo>
                    <a:pt x="55492" y="167084"/>
                    <a:pt x="59512" y="178580"/>
                    <a:pt x="67553" y="187075"/>
                  </a:cubicBezTo>
                  <a:cubicBezTo>
                    <a:pt x="75594" y="195570"/>
                    <a:pt x="85391" y="199817"/>
                    <a:pt x="96944" y="199817"/>
                  </a:cubicBezTo>
                  <a:cubicBezTo>
                    <a:pt x="108496" y="199817"/>
                    <a:pt x="118293" y="195627"/>
                    <a:pt x="126334" y="187246"/>
                  </a:cubicBezTo>
                  <a:cubicBezTo>
                    <a:pt x="134376" y="178862"/>
                    <a:pt x="138398" y="167424"/>
                    <a:pt x="138398" y="152928"/>
                  </a:cubicBezTo>
                  <a:close/>
                </a:path>
              </a:pathLst>
            </a:custGeom>
            <a:solidFill>
              <a:schemeClr val="bg1"/>
            </a:solidFill>
            <a:ln w="247" cap="flat">
              <a:noFill/>
              <a:prstDash val="solid"/>
              <a:round/>
            </a:ln>
          </p:spPr>
          <p:txBody>
            <a:bodyPr rtlCol="0" anchor="ctr"/>
            <a:lstStyle/>
            <a:p>
              <a:endParaRPr lang="en-IN">
                <a:latin typeface="Arial" panose="020B0604020202020204" pitchFamily="34" charset="0"/>
                <a:cs typeface="Arial" panose="020B0604020202020204" pitchFamily="34" charset="0"/>
                <a:sym typeface="Arial" panose="020B0604020202020204" pitchFamily="34" charset="0"/>
              </a:endParaRPr>
            </a:p>
          </p:txBody>
        </p:sp>
        <p:sp>
          <p:nvSpPr>
            <p:cNvPr id="34" name="Freeform: Shape 33">
              <a:extLst>
                <a:ext uri="{FF2B5EF4-FFF2-40B4-BE49-F238E27FC236}">
                  <a16:creationId xmlns:a16="http://schemas.microsoft.com/office/drawing/2014/main" id="{4C17FB4C-FF70-42AA-C4A8-96237B30706E}"/>
                </a:ext>
              </a:extLst>
            </p:cNvPr>
            <p:cNvSpPr/>
            <p:nvPr/>
          </p:nvSpPr>
          <p:spPr>
            <a:xfrm>
              <a:off x="-1055392" y="968459"/>
              <a:ext cx="190274" cy="195031"/>
            </a:xfrm>
            <a:custGeom>
              <a:avLst/>
              <a:gdLst>
                <a:gd name="connsiteX0" fmla="*/ 185768 w 190274"/>
                <a:gd name="connsiteY0" fmla="*/ 90645 h 195031"/>
                <a:gd name="connsiteX1" fmla="*/ 184749 w 190274"/>
                <a:gd name="connsiteY1" fmla="*/ 107635 h 195031"/>
                <a:gd name="connsiteX2" fmla="*/ 53256 w 190274"/>
                <a:gd name="connsiteY2" fmla="*/ 107635 h 195031"/>
                <a:gd name="connsiteX3" fmla="*/ 64637 w 190274"/>
                <a:gd name="connsiteY3" fmla="*/ 134648 h 195031"/>
                <a:gd name="connsiteX4" fmla="*/ 89272 w 190274"/>
                <a:gd name="connsiteY4" fmla="*/ 143991 h 195031"/>
                <a:gd name="connsiteX5" fmla="*/ 119510 w 190274"/>
                <a:gd name="connsiteY5" fmla="*/ 125642 h 195031"/>
                <a:gd name="connsiteX6" fmla="*/ 181352 w 190274"/>
                <a:gd name="connsiteY6" fmla="*/ 125642 h 195031"/>
                <a:gd name="connsiteX7" fmla="*/ 164190 w 190274"/>
                <a:gd name="connsiteY7" fmla="*/ 159280 h 195031"/>
                <a:gd name="connsiteX8" fmla="*/ 133101 w 190274"/>
                <a:gd name="connsiteY8" fmla="*/ 182724 h 195031"/>
                <a:gd name="connsiteX9" fmla="*/ 91310 w 190274"/>
                <a:gd name="connsiteY9" fmla="*/ 191219 h 195031"/>
                <a:gd name="connsiteX10" fmla="*/ 41703 w 190274"/>
                <a:gd name="connsiteY10" fmla="*/ 179327 h 195031"/>
                <a:gd name="connsiteX11" fmla="*/ 7725 w 190274"/>
                <a:gd name="connsiteY11" fmla="*/ 145350 h 195031"/>
                <a:gd name="connsiteX12" fmla="*/ -4507 w 190274"/>
                <a:gd name="connsiteY12" fmla="*/ 93705 h 195031"/>
                <a:gd name="connsiteX13" fmla="*/ 7554 w 190274"/>
                <a:gd name="connsiteY13" fmla="*/ 42057 h 195031"/>
                <a:gd name="connsiteX14" fmla="*/ 41363 w 190274"/>
                <a:gd name="connsiteY14" fmla="*/ 8080 h 195031"/>
                <a:gd name="connsiteX15" fmla="*/ 91310 w 190274"/>
                <a:gd name="connsiteY15" fmla="*/ -3812 h 195031"/>
                <a:gd name="connsiteX16" fmla="*/ 140237 w 190274"/>
                <a:gd name="connsiteY16" fmla="*/ 7740 h 195031"/>
                <a:gd name="connsiteX17" fmla="*/ 173705 w 190274"/>
                <a:gd name="connsiteY17" fmla="*/ 40699 h 195031"/>
                <a:gd name="connsiteX18" fmla="*/ 185768 w 190274"/>
                <a:gd name="connsiteY18" fmla="*/ 90645 h 195031"/>
                <a:gd name="connsiteX19" fmla="*/ 126307 w 190274"/>
                <a:gd name="connsiteY19" fmla="*/ 75356 h 195031"/>
                <a:gd name="connsiteX20" fmla="*/ 116113 w 190274"/>
                <a:gd name="connsiteY20" fmla="*/ 51572 h 195031"/>
                <a:gd name="connsiteX21" fmla="*/ 90631 w 190274"/>
                <a:gd name="connsiteY21" fmla="*/ 42737 h 195031"/>
                <a:gd name="connsiteX22" fmla="*/ 65996 w 190274"/>
                <a:gd name="connsiteY22" fmla="*/ 51232 h 195031"/>
                <a:gd name="connsiteX23" fmla="*/ 53595 w 190274"/>
                <a:gd name="connsiteY23" fmla="*/ 75356 h 195031"/>
                <a:gd name="connsiteX24" fmla="*/ 126307 w 190274"/>
                <a:gd name="connsiteY24" fmla="*/ 75356 h 195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0274" h="195031">
                  <a:moveTo>
                    <a:pt x="185768" y="90645"/>
                  </a:moveTo>
                  <a:cubicBezTo>
                    <a:pt x="185768" y="96083"/>
                    <a:pt x="185428" y="101746"/>
                    <a:pt x="184749" y="107635"/>
                  </a:cubicBezTo>
                  <a:lnTo>
                    <a:pt x="53256" y="107635"/>
                  </a:lnTo>
                  <a:cubicBezTo>
                    <a:pt x="54161" y="119413"/>
                    <a:pt x="57954" y="128416"/>
                    <a:pt x="64637" y="134648"/>
                  </a:cubicBezTo>
                  <a:cubicBezTo>
                    <a:pt x="71319" y="140876"/>
                    <a:pt x="79532" y="143991"/>
                    <a:pt x="89272" y="143991"/>
                  </a:cubicBezTo>
                  <a:cubicBezTo>
                    <a:pt x="103767" y="143991"/>
                    <a:pt x="113847" y="137874"/>
                    <a:pt x="119510" y="125642"/>
                  </a:cubicBezTo>
                  <a:lnTo>
                    <a:pt x="181352" y="125642"/>
                  </a:lnTo>
                  <a:cubicBezTo>
                    <a:pt x="178180" y="138102"/>
                    <a:pt x="172460" y="149314"/>
                    <a:pt x="164190" y="159280"/>
                  </a:cubicBezTo>
                  <a:cubicBezTo>
                    <a:pt x="155923" y="169248"/>
                    <a:pt x="145561" y="177061"/>
                    <a:pt x="133101" y="182724"/>
                  </a:cubicBezTo>
                  <a:cubicBezTo>
                    <a:pt x="120644" y="188388"/>
                    <a:pt x="106713" y="191219"/>
                    <a:pt x="91310" y="191219"/>
                  </a:cubicBezTo>
                  <a:cubicBezTo>
                    <a:pt x="72735" y="191219"/>
                    <a:pt x="56199" y="187255"/>
                    <a:pt x="41703" y="179327"/>
                  </a:cubicBezTo>
                  <a:cubicBezTo>
                    <a:pt x="27205" y="171400"/>
                    <a:pt x="15878" y="160073"/>
                    <a:pt x="7725" y="145350"/>
                  </a:cubicBezTo>
                  <a:cubicBezTo>
                    <a:pt x="-430" y="130626"/>
                    <a:pt x="-4507" y="113410"/>
                    <a:pt x="-4507" y="93705"/>
                  </a:cubicBezTo>
                  <a:cubicBezTo>
                    <a:pt x="-4507" y="73997"/>
                    <a:pt x="-487" y="56781"/>
                    <a:pt x="7554" y="42057"/>
                  </a:cubicBezTo>
                  <a:cubicBezTo>
                    <a:pt x="15596" y="27334"/>
                    <a:pt x="26865" y="16009"/>
                    <a:pt x="41363" y="8080"/>
                  </a:cubicBezTo>
                  <a:cubicBezTo>
                    <a:pt x="55859" y="152"/>
                    <a:pt x="72507" y="-3812"/>
                    <a:pt x="91310" y="-3812"/>
                  </a:cubicBezTo>
                  <a:cubicBezTo>
                    <a:pt x="109657" y="-3812"/>
                    <a:pt x="125967" y="38"/>
                    <a:pt x="140237" y="7740"/>
                  </a:cubicBezTo>
                  <a:cubicBezTo>
                    <a:pt x="154508" y="15442"/>
                    <a:pt x="165663" y="26429"/>
                    <a:pt x="173705" y="40699"/>
                  </a:cubicBezTo>
                  <a:cubicBezTo>
                    <a:pt x="181746" y="54969"/>
                    <a:pt x="185768" y="71619"/>
                    <a:pt x="185768" y="90645"/>
                  </a:cubicBezTo>
                  <a:close/>
                  <a:moveTo>
                    <a:pt x="126307" y="75356"/>
                  </a:moveTo>
                  <a:cubicBezTo>
                    <a:pt x="126307" y="65388"/>
                    <a:pt x="122908" y="57461"/>
                    <a:pt x="116113" y="51572"/>
                  </a:cubicBezTo>
                  <a:cubicBezTo>
                    <a:pt x="109317" y="45683"/>
                    <a:pt x="100824" y="42737"/>
                    <a:pt x="90631" y="42737"/>
                  </a:cubicBezTo>
                  <a:cubicBezTo>
                    <a:pt x="80891" y="42737"/>
                    <a:pt x="72678" y="45569"/>
                    <a:pt x="65996" y="51232"/>
                  </a:cubicBezTo>
                  <a:cubicBezTo>
                    <a:pt x="59313" y="56895"/>
                    <a:pt x="55180" y="64937"/>
                    <a:pt x="53595" y="75356"/>
                  </a:cubicBezTo>
                  <a:lnTo>
                    <a:pt x="126307" y="75356"/>
                  </a:lnTo>
                  <a:close/>
                </a:path>
              </a:pathLst>
            </a:custGeom>
            <a:solidFill>
              <a:schemeClr val="bg1"/>
            </a:solidFill>
            <a:ln w="247" cap="flat">
              <a:noFill/>
              <a:prstDash val="solid"/>
              <a:round/>
            </a:ln>
          </p:spPr>
          <p:txBody>
            <a:bodyPr rtlCol="0" anchor="ctr"/>
            <a:lstStyle/>
            <a:p>
              <a:endParaRPr lang="en-IN">
                <a:latin typeface="Arial" panose="020B0604020202020204" pitchFamily="34" charset="0"/>
                <a:cs typeface="Arial" panose="020B0604020202020204" pitchFamily="34" charset="0"/>
                <a:sym typeface="Arial" panose="020B0604020202020204" pitchFamily="34" charset="0"/>
              </a:endParaRPr>
            </a:p>
          </p:txBody>
        </p:sp>
        <p:sp>
          <p:nvSpPr>
            <p:cNvPr id="35" name="Freeform: Shape 34">
              <a:extLst>
                <a:ext uri="{FF2B5EF4-FFF2-40B4-BE49-F238E27FC236}">
                  <a16:creationId xmlns:a16="http://schemas.microsoft.com/office/drawing/2014/main" id="{1ADAD630-A3FF-3603-80F4-E8F0B409D35B}"/>
                </a:ext>
              </a:extLst>
            </p:cNvPr>
            <p:cNvSpPr/>
            <p:nvPr/>
          </p:nvSpPr>
          <p:spPr>
            <a:xfrm>
              <a:off x="-811866" y="968459"/>
              <a:ext cx="190274" cy="195031"/>
            </a:xfrm>
            <a:custGeom>
              <a:avLst/>
              <a:gdLst>
                <a:gd name="connsiteX0" fmla="*/ 184949 w 190274"/>
                <a:gd name="connsiteY0" fmla="*/ 90645 h 195031"/>
                <a:gd name="connsiteX1" fmla="*/ 183929 w 190274"/>
                <a:gd name="connsiteY1" fmla="*/ 107635 h 195031"/>
                <a:gd name="connsiteX2" fmla="*/ 52437 w 190274"/>
                <a:gd name="connsiteY2" fmla="*/ 107635 h 195031"/>
                <a:gd name="connsiteX3" fmla="*/ 63818 w 190274"/>
                <a:gd name="connsiteY3" fmla="*/ 134648 h 195031"/>
                <a:gd name="connsiteX4" fmla="*/ 88453 w 190274"/>
                <a:gd name="connsiteY4" fmla="*/ 143991 h 195031"/>
                <a:gd name="connsiteX5" fmla="*/ 118691 w 190274"/>
                <a:gd name="connsiteY5" fmla="*/ 125642 h 195031"/>
                <a:gd name="connsiteX6" fmla="*/ 180533 w 190274"/>
                <a:gd name="connsiteY6" fmla="*/ 125642 h 195031"/>
                <a:gd name="connsiteX7" fmla="*/ 163374 w 190274"/>
                <a:gd name="connsiteY7" fmla="*/ 159280 h 195031"/>
                <a:gd name="connsiteX8" fmla="*/ 132285 w 190274"/>
                <a:gd name="connsiteY8" fmla="*/ 182724 h 195031"/>
                <a:gd name="connsiteX9" fmla="*/ 90491 w 190274"/>
                <a:gd name="connsiteY9" fmla="*/ 191219 h 195031"/>
                <a:gd name="connsiteX10" fmla="*/ 40884 w 190274"/>
                <a:gd name="connsiteY10" fmla="*/ 179327 h 195031"/>
                <a:gd name="connsiteX11" fmla="*/ 6906 w 190274"/>
                <a:gd name="connsiteY11" fmla="*/ 145350 h 195031"/>
                <a:gd name="connsiteX12" fmla="*/ -5326 w 190274"/>
                <a:gd name="connsiteY12" fmla="*/ 93705 h 195031"/>
                <a:gd name="connsiteX13" fmla="*/ 6735 w 190274"/>
                <a:gd name="connsiteY13" fmla="*/ 42057 h 195031"/>
                <a:gd name="connsiteX14" fmla="*/ 40544 w 190274"/>
                <a:gd name="connsiteY14" fmla="*/ 8080 h 195031"/>
                <a:gd name="connsiteX15" fmla="*/ 90491 w 190274"/>
                <a:gd name="connsiteY15" fmla="*/ -3812 h 195031"/>
                <a:gd name="connsiteX16" fmla="*/ 139418 w 190274"/>
                <a:gd name="connsiteY16" fmla="*/ 7740 h 195031"/>
                <a:gd name="connsiteX17" fmla="*/ 172885 w 190274"/>
                <a:gd name="connsiteY17" fmla="*/ 40699 h 195031"/>
                <a:gd name="connsiteX18" fmla="*/ 184949 w 190274"/>
                <a:gd name="connsiteY18" fmla="*/ 90645 h 195031"/>
                <a:gd name="connsiteX19" fmla="*/ 125488 w 190274"/>
                <a:gd name="connsiteY19" fmla="*/ 75356 h 195031"/>
                <a:gd name="connsiteX20" fmla="*/ 115294 w 190274"/>
                <a:gd name="connsiteY20" fmla="*/ 51572 h 195031"/>
                <a:gd name="connsiteX21" fmla="*/ 89811 w 190274"/>
                <a:gd name="connsiteY21" fmla="*/ 42737 h 195031"/>
                <a:gd name="connsiteX22" fmla="*/ 65177 w 190274"/>
                <a:gd name="connsiteY22" fmla="*/ 51232 h 195031"/>
                <a:gd name="connsiteX23" fmla="*/ 52776 w 190274"/>
                <a:gd name="connsiteY23" fmla="*/ 75356 h 195031"/>
                <a:gd name="connsiteX24" fmla="*/ 125488 w 190274"/>
                <a:gd name="connsiteY24" fmla="*/ 75356 h 195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0274" h="195031">
                  <a:moveTo>
                    <a:pt x="184949" y="90645"/>
                  </a:moveTo>
                  <a:cubicBezTo>
                    <a:pt x="184949" y="96083"/>
                    <a:pt x="184609" y="101746"/>
                    <a:pt x="183929" y="107635"/>
                  </a:cubicBezTo>
                  <a:lnTo>
                    <a:pt x="52437" y="107635"/>
                  </a:lnTo>
                  <a:cubicBezTo>
                    <a:pt x="53342" y="119413"/>
                    <a:pt x="57135" y="128416"/>
                    <a:pt x="63818" y="134648"/>
                  </a:cubicBezTo>
                  <a:cubicBezTo>
                    <a:pt x="70500" y="140876"/>
                    <a:pt x="78713" y="143991"/>
                    <a:pt x="88453" y="143991"/>
                  </a:cubicBezTo>
                  <a:cubicBezTo>
                    <a:pt x="102948" y="143991"/>
                    <a:pt x="113030" y="137874"/>
                    <a:pt x="118691" y="125642"/>
                  </a:cubicBezTo>
                  <a:lnTo>
                    <a:pt x="180533" y="125642"/>
                  </a:lnTo>
                  <a:cubicBezTo>
                    <a:pt x="177361" y="138102"/>
                    <a:pt x="171641" y="149314"/>
                    <a:pt x="163374" y="159280"/>
                  </a:cubicBezTo>
                  <a:cubicBezTo>
                    <a:pt x="155104" y="169248"/>
                    <a:pt x="144742" y="177061"/>
                    <a:pt x="132285" y="182724"/>
                  </a:cubicBezTo>
                  <a:cubicBezTo>
                    <a:pt x="119825" y="188388"/>
                    <a:pt x="105894" y="191219"/>
                    <a:pt x="90491" y="191219"/>
                  </a:cubicBezTo>
                  <a:cubicBezTo>
                    <a:pt x="71916" y="191219"/>
                    <a:pt x="55380" y="187255"/>
                    <a:pt x="40884" y="179327"/>
                  </a:cubicBezTo>
                  <a:cubicBezTo>
                    <a:pt x="26386" y="171400"/>
                    <a:pt x="15062" y="160073"/>
                    <a:pt x="6906" y="145350"/>
                  </a:cubicBezTo>
                  <a:cubicBezTo>
                    <a:pt x="-1249" y="130626"/>
                    <a:pt x="-5326" y="113410"/>
                    <a:pt x="-5326" y="93705"/>
                  </a:cubicBezTo>
                  <a:cubicBezTo>
                    <a:pt x="-5326" y="73997"/>
                    <a:pt x="-1306" y="56781"/>
                    <a:pt x="6735" y="42057"/>
                  </a:cubicBezTo>
                  <a:cubicBezTo>
                    <a:pt x="14776" y="27334"/>
                    <a:pt x="26046" y="16009"/>
                    <a:pt x="40544" y="8080"/>
                  </a:cubicBezTo>
                  <a:cubicBezTo>
                    <a:pt x="55040" y="152"/>
                    <a:pt x="71691" y="-3812"/>
                    <a:pt x="90491" y="-3812"/>
                  </a:cubicBezTo>
                  <a:cubicBezTo>
                    <a:pt x="108840" y="-3812"/>
                    <a:pt x="125148" y="38"/>
                    <a:pt x="139418" y="7740"/>
                  </a:cubicBezTo>
                  <a:cubicBezTo>
                    <a:pt x="153688" y="15442"/>
                    <a:pt x="164847" y="26429"/>
                    <a:pt x="172885" y="40699"/>
                  </a:cubicBezTo>
                  <a:cubicBezTo>
                    <a:pt x="180929" y="54969"/>
                    <a:pt x="184949" y="71619"/>
                    <a:pt x="184949" y="90645"/>
                  </a:cubicBezTo>
                  <a:close/>
                  <a:moveTo>
                    <a:pt x="125488" y="75356"/>
                  </a:moveTo>
                  <a:cubicBezTo>
                    <a:pt x="125488" y="65388"/>
                    <a:pt x="122091" y="57461"/>
                    <a:pt x="115294" y="51572"/>
                  </a:cubicBezTo>
                  <a:cubicBezTo>
                    <a:pt x="108498" y="45683"/>
                    <a:pt x="100005" y="42737"/>
                    <a:pt x="89811" y="42737"/>
                  </a:cubicBezTo>
                  <a:cubicBezTo>
                    <a:pt x="80072" y="42737"/>
                    <a:pt x="71859" y="45569"/>
                    <a:pt x="65177" y="51232"/>
                  </a:cubicBezTo>
                  <a:cubicBezTo>
                    <a:pt x="58494" y="56895"/>
                    <a:pt x="54361" y="64937"/>
                    <a:pt x="52776" y="75356"/>
                  </a:cubicBezTo>
                  <a:lnTo>
                    <a:pt x="125488" y="75356"/>
                  </a:lnTo>
                  <a:close/>
                </a:path>
              </a:pathLst>
            </a:custGeom>
            <a:solidFill>
              <a:schemeClr val="bg1"/>
            </a:solidFill>
            <a:ln w="247" cap="flat">
              <a:noFill/>
              <a:prstDash val="solid"/>
              <a:round/>
            </a:ln>
          </p:spPr>
          <p:txBody>
            <a:bodyPr rtlCol="0" anchor="ctr"/>
            <a:lstStyle/>
            <a:p>
              <a:endParaRPr lang="en-IN">
                <a:latin typeface="Arial" panose="020B0604020202020204" pitchFamily="34" charset="0"/>
                <a:cs typeface="Arial" panose="020B0604020202020204" pitchFamily="34" charset="0"/>
                <a:sym typeface="Arial" panose="020B0604020202020204" pitchFamily="34" charset="0"/>
              </a:endParaRPr>
            </a:p>
          </p:txBody>
        </p:sp>
        <p:sp>
          <p:nvSpPr>
            <p:cNvPr id="36" name="Freeform: Shape 35">
              <a:extLst>
                <a:ext uri="{FF2B5EF4-FFF2-40B4-BE49-F238E27FC236}">
                  <a16:creationId xmlns:a16="http://schemas.microsoft.com/office/drawing/2014/main" id="{730B72AE-CD0F-686E-8575-F89FF38BD87F}"/>
                </a:ext>
              </a:extLst>
            </p:cNvPr>
            <p:cNvSpPr/>
            <p:nvPr/>
          </p:nvSpPr>
          <p:spPr>
            <a:xfrm>
              <a:off x="-557402" y="969138"/>
              <a:ext cx="188575" cy="191634"/>
            </a:xfrm>
            <a:custGeom>
              <a:avLst/>
              <a:gdLst>
                <a:gd name="connsiteX0" fmla="*/ 109342 w 188575"/>
                <a:gd name="connsiteY0" fmla="*/ -3809 h 191634"/>
                <a:gd name="connsiteX1" fmla="*/ 162517 w 188575"/>
                <a:gd name="connsiteY1" fmla="*/ 17769 h 191634"/>
                <a:gd name="connsiteX2" fmla="*/ 182393 w 188575"/>
                <a:gd name="connsiteY2" fmla="*/ 77058 h 191634"/>
                <a:gd name="connsiteX3" fmla="*/ 182393 w 188575"/>
                <a:gd name="connsiteY3" fmla="*/ 187826 h 191634"/>
                <a:gd name="connsiteX4" fmla="*/ 124631 w 188575"/>
                <a:gd name="connsiteY4" fmla="*/ 187826 h 191634"/>
                <a:gd name="connsiteX5" fmla="*/ 124631 w 188575"/>
                <a:gd name="connsiteY5" fmla="*/ 84874 h 191634"/>
                <a:gd name="connsiteX6" fmla="*/ 114777 w 188575"/>
                <a:gd name="connsiteY6" fmla="*/ 55312 h 191634"/>
                <a:gd name="connsiteX7" fmla="*/ 88275 w 188575"/>
                <a:gd name="connsiteY7" fmla="*/ 44781 h 191634"/>
                <a:gd name="connsiteX8" fmla="*/ 61773 w 188575"/>
                <a:gd name="connsiteY8" fmla="*/ 55312 h 191634"/>
                <a:gd name="connsiteX9" fmla="*/ 51919 w 188575"/>
                <a:gd name="connsiteY9" fmla="*/ 84874 h 191634"/>
                <a:gd name="connsiteX10" fmla="*/ 51919 w 188575"/>
                <a:gd name="connsiteY10" fmla="*/ 187826 h 191634"/>
                <a:gd name="connsiteX11" fmla="*/ -6183 w 188575"/>
                <a:gd name="connsiteY11" fmla="*/ 187826 h 191634"/>
                <a:gd name="connsiteX12" fmla="*/ -6183 w 188575"/>
                <a:gd name="connsiteY12" fmla="*/ -1768 h 191634"/>
                <a:gd name="connsiteX13" fmla="*/ 51919 w 188575"/>
                <a:gd name="connsiteY13" fmla="*/ -1768 h 191634"/>
                <a:gd name="connsiteX14" fmla="*/ 51919 w 188575"/>
                <a:gd name="connsiteY14" fmla="*/ 23375 h 191634"/>
                <a:gd name="connsiteX15" fmla="*/ 75704 w 188575"/>
                <a:gd name="connsiteY15" fmla="*/ 3496 h 191634"/>
                <a:gd name="connsiteX16" fmla="*/ 109342 w 188575"/>
                <a:gd name="connsiteY16" fmla="*/ -3809 h 191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88575" h="191634">
                  <a:moveTo>
                    <a:pt x="109342" y="-3809"/>
                  </a:moveTo>
                  <a:cubicBezTo>
                    <a:pt x="131539" y="-3809"/>
                    <a:pt x="149266" y="3384"/>
                    <a:pt x="162517" y="17769"/>
                  </a:cubicBezTo>
                  <a:cubicBezTo>
                    <a:pt x="175768" y="32153"/>
                    <a:pt x="182393" y="51915"/>
                    <a:pt x="182393" y="77058"/>
                  </a:cubicBezTo>
                  <a:lnTo>
                    <a:pt x="182393" y="187826"/>
                  </a:lnTo>
                  <a:lnTo>
                    <a:pt x="124631" y="187826"/>
                  </a:lnTo>
                  <a:lnTo>
                    <a:pt x="124631" y="84874"/>
                  </a:lnTo>
                  <a:cubicBezTo>
                    <a:pt x="124631" y="72188"/>
                    <a:pt x="121346" y="62334"/>
                    <a:pt x="114777" y="55312"/>
                  </a:cubicBezTo>
                  <a:cubicBezTo>
                    <a:pt x="108209" y="48290"/>
                    <a:pt x="99374" y="44781"/>
                    <a:pt x="88275" y="44781"/>
                  </a:cubicBezTo>
                  <a:cubicBezTo>
                    <a:pt x="77177" y="44781"/>
                    <a:pt x="68342" y="48290"/>
                    <a:pt x="61773" y="55312"/>
                  </a:cubicBezTo>
                  <a:cubicBezTo>
                    <a:pt x="55205" y="62334"/>
                    <a:pt x="51919" y="72188"/>
                    <a:pt x="51919" y="84874"/>
                  </a:cubicBezTo>
                  <a:lnTo>
                    <a:pt x="51919" y="187826"/>
                  </a:lnTo>
                  <a:lnTo>
                    <a:pt x="-6183" y="187826"/>
                  </a:lnTo>
                  <a:lnTo>
                    <a:pt x="-6183" y="-1768"/>
                  </a:lnTo>
                  <a:lnTo>
                    <a:pt x="51919" y="-1768"/>
                  </a:lnTo>
                  <a:lnTo>
                    <a:pt x="51919" y="23375"/>
                  </a:lnTo>
                  <a:cubicBezTo>
                    <a:pt x="57809" y="14994"/>
                    <a:pt x="65738" y="8368"/>
                    <a:pt x="75704" y="3496"/>
                  </a:cubicBezTo>
                  <a:cubicBezTo>
                    <a:pt x="85672" y="-1374"/>
                    <a:pt x="96882" y="-3809"/>
                    <a:pt x="109342" y="-3809"/>
                  </a:cubicBezTo>
                  <a:close/>
                </a:path>
              </a:pathLst>
            </a:custGeom>
            <a:solidFill>
              <a:schemeClr val="bg1"/>
            </a:solidFill>
            <a:ln w="247" cap="flat">
              <a:noFill/>
              <a:prstDash val="solid"/>
              <a:round/>
            </a:ln>
          </p:spPr>
          <p:txBody>
            <a:bodyPr rtlCol="0" anchor="ctr"/>
            <a:lstStyle/>
            <a:p>
              <a:endParaRPr lang="en-IN">
                <a:latin typeface="Arial" panose="020B0604020202020204" pitchFamily="34" charset="0"/>
                <a:cs typeface="Arial" panose="020B0604020202020204" pitchFamily="34" charset="0"/>
                <a:sym typeface="Arial" panose="020B0604020202020204" pitchFamily="34" charset="0"/>
              </a:endParaRPr>
            </a:p>
          </p:txBody>
        </p:sp>
        <p:sp>
          <p:nvSpPr>
            <p:cNvPr id="37" name="Freeform: Shape 36">
              <a:extLst>
                <a:ext uri="{FF2B5EF4-FFF2-40B4-BE49-F238E27FC236}">
                  <a16:creationId xmlns:a16="http://schemas.microsoft.com/office/drawing/2014/main" id="{0F863207-2526-54D0-61C5-93BD8CB2804B}"/>
                </a:ext>
              </a:extLst>
            </p:cNvPr>
            <p:cNvSpPr/>
            <p:nvPr/>
          </p:nvSpPr>
          <p:spPr>
            <a:xfrm>
              <a:off x="-1779782" y="1215889"/>
              <a:ext cx="113261" cy="152576"/>
            </a:xfrm>
            <a:custGeom>
              <a:avLst/>
              <a:gdLst>
                <a:gd name="connsiteX0" fmla="*/ -1260 w 113261"/>
                <a:gd name="connsiteY0" fmla="*/ 90952 h 152576"/>
                <a:gd name="connsiteX1" fmla="*/ 5666 w 113261"/>
                <a:gd name="connsiteY1" fmla="*/ 60905 h 152576"/>
                <a:gd name="connsiteX2" fmla="*/ 24713 w 113261"/>
                <a:gd name="connsiteY2" fmla="*/ 40840 h 152576"/>
                <a:gd name="connsiteX3" fmla="*/ 51909 w 113261"/>
                <a:gd name="connsiteY3" fmla="*/ 33711 h 152576"/>
                <a:gd name="connsiteX4" fmla="*/ 76149 w 113261"/>
                <a:gd name="connsiteY4" fmla="*/ 39719 h 152576"/>
                <a:gd name="connsiteX5" fmla="*/ 93260 w 113261"/>
                <a:gd name="connsiteY5" fmla="*/ 55507 h 152576"/>
                <a:gd name="connsiteX6" fmla="*/ 93260 w 113261"/>
                <a:gd name="connsiteY6" fmla="*/ -3569 h 152576"/>
                <a:gd name="connsiteX7" fmla="*/ 112002 w 113261"/>
                <a:gd name="connsiteY7" fmla="*/ -3569 h 152576"/>
                <a:gd name="connsiteX8" fmla="*/ 112002 w 113261"/>
                <a:gd name="connsiteY8" fmla="*/ 147175 h 152576"/>
                <a:gd name="connsiteX9" fmla="*/ 93260 w 113261"/>
                <a:gd name="connsiteY9" fmla="*/ 147175 h 152576"/>
                <a:gd name="connsiteX10" fmla="*/ 93260 w 113261"/>
                <a:gd name="connsiteY10" fmla="*/ 126193 h 152576"/>
                <a:gd name="connsiteX11" fmla="*/ 76964 w 113261"/>
                <a:gd name="connsiteY11" fmla="*/ 142592 h 152576"/>
                <a:gd name="connsiteX12" fmla="*/ 51705 w 113261"/>
                <a:gd name="connsiteY12" fmla="*/ 149008 h 152576"/>
                <a:gd name="connsiteX13" fmla="*/ 24713 w 113261"/>
                <a:gd name="connsiteY13" fmla="*/ 141675 h 152576"/>
                <a:gd name="connsiteX14" fmla="*/ 5666 w 113261"/>
                <a:gd name="connsiteY14" fmla="*/ 121100 h 152576"/>
                <a:gd name="connsiteX15" fmla="*/ -1260 w 113261"/>
                <a:gd name="connsiteY15" fmla="*/ 90952 h 152576"/>
                <a:gd name="connsiteX16" fmla="*/ 93260 w 113261"/>
                <a:gd name="connsiteY16" fmla="*/ 91156 h 152576"/>
                <a:gd name="connsiteX17" fmla="*/ 88169 w 113261"/>
                <a:gd name="connsiteY17" fmla="*/ 69155 h 152576"/>
                <a:gd name="connsiteX18" fmla="*/ 74417 w 113261"/>
                <a:gd name="connsiteY18" fmla="*/ 54793 h 152576"/>
                <a:gd name="connsiteX19" fmla="*/ 55371 w 113261"/>
                <a:gd name="connsiteY19" fmla="*/ 49803 h 152576"/>
                <a:gd name="connsiteX20" fmla="*/ 36426 w 113261"/>
                <a:gd name="connsiteY20" fmla="*/ 54692 h 152576"/>
                <a:gd name="connsiteX21" fmla="*/ 22777 w 113261"/>
                <a:gd name="connsiteY21" fmla="*/ 68952 h 152576"/>
                <a:gd name="connsiteX22" fmla="*/ 17686 w 113261"/>
                <a:gd name="connsiteY22" fmla="*/ 90952 h 152576"/>
                <a:gd name="connsiteX23" fmla="*/ 22777 w 113261"/>
                <a:gd name="connsiteY23" fmla="*/ 113257 h 152576"/>
                <a:gd name="connsiteX24" fmla="*/ 36426 w 113261"/>
                <a:gd name="connsiteY24" fmla="*/ 127720 h 152576"/>
                <a:gd name="connsiteX25" fmla="*/ 55371 w 113261"/>
                <a:gd name="connsiteY25" fmla="*/ 132712 h 152576"/>
                <a:gd name="connsiteX26" fmla="*/ 74417 w 113261"/>
                <a:gd name="connsiteY26" fmla="*/ 127720 h 152576"/>
                <a:gd name="connsiteX27" fmla="*/ 88169 w 113261"/>
                <a:gd name="connsiteY27" fmla="*/ 113257 h 152576"/>
                <a:gd name="connsiteX28" fmla="*/ 93260 w 113261"/>
                <a:gd name="connsiteY28" fmla="*/ 91156 h 152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3261" h="152576">
                  <a:moveTo>
                    <a:pt x="-1260" y="90952"/>
                  </a:moveTo>
                  <a:cubicBezTo>
                    <a:pt x="-1260" y="79544"/>
                    <a:pt x="1049" y="69529"/>
                    <a:pt x="5666" y="60905"/>
                  </a:cubicBezTo>
                  <a:cubicBezTo>
                    <a:pt x="10284" y="52281"/>
                    <a:pt x="16633" y="45593"/>
                    <a:pt x="24713" y="40840"/>
                  </a:cubicBezTo>
                  <a:cubicBezTo>
                    <a:pt x="32794" y="36086"/>
                    <a:pt x="41859" y="33711"/>
                    <a:pt x="51909" y="33711"/>
                  </a:cubicBezTo>
                  <a:cubicBezTo>
                    <a:pt x="60599" y="33711"/>
                    <a:pt x="68681" y="35713"/>
                    <a:pt x="76149" y="39719"/>
                  </a:cubicBezTo>
                  <a:cubicBezTo>
                    <a:pt x="83618" y="43726"/>
                    <a:pt x="89322" y="48988"/>
                    <a:pt x="93260" y="55507"/>
                  </a:cubicBezTo>
                  <a:lnTo>
                    <a:pt x="93260" y="-3569"/>
                  </a:lnTo>
                  <a:lnTo>
                    <a:pt x="112002" y="-3569"/>
                  </a:lnTo>
                  <a:lnTo>
                    <a:pt x="112002" y="147175"/>
                  </a:lnTo>
                  <a:lnTo>
                    <a:pt x="93260" y="147175"/>
                  </a:lnTo>
                  <a:lnTo>
                    <a:pt x="93260" y="126193"/>
                  </a:lnTo>
                  <a:cubicBezTo>
                    <a:pt x="89594" y="132847"/>
                    <a:pt x="84162" y="138313"/>
                    <a:pt x="76964" y="142592"/>
                  </a:cubicBezTo>
                  <a:cubicBezTo>
                    <a:pt x="69767" y="146869"/>
                    <a:pt x="61347" y="149008"/>
                    <a:pt x="51705" y="149008"/>
                  </a:cubicBezTo>
                  <a:cubicBezTo>
                    <a:pt x="41791" y="149008"/>
                    <a:pt x="32794" y="146564"/>
                    <a:pt x="24713" y="141675"/>
                  </a:cubicBezTo>
                  <a:cubicBezTo>
                    <a:pt x="16633" y="136785"/>
                    <a:pt x="10284" y="129928"/>
                    <a:pt x="5666" y="121100"/>
                  </a:cubicBezTo>
                  <a:cubicBezTo>
                    <a:pt x="1049" y="112273"/>
                    <a:pt x="-1260" y="102223"/>
                    <a:pt x="-1260" y="90952"/>
                  </a:cubicBezTo>
                  <a:close/>
                  <a:moveTo>
                    <a:pt x="93260" y="91156"/>
                  </a:moveTo>
                  <a:cubicBezTo>
                    <a:pt x="93260" y="82736"/>
                    <a:pt x="91564" y="75402"/>
                    <a:pt x="88169" y="69155"/>
                  </a:cubicBezTo>
                  <a:cubicBezTo>
                    <a:pt x="84773" y="62907"/>
                    <a:pt x="80190" y="58120"/>
                    <a:pt x="74417" y="54793"/>
                  </a:cubicBezTo>
                  <a:cubicBezTo>
                    <a:pt x="68646" y="51466"/>
                    <a:pt x="62297" y="49803"/>
                    <a:pt x="55371" y="49803"/>
                  </a:cubicBezTo>
                  <a:cubicBezTo>
                    <a:pt x="48445" y="49803"/>
                    <a:pt x="42130" y="51432"/>
                    <a:pt x="36426" y="54692"/>
                  </a:cubicBezTo>
                  <a:cubicBezTo>
                    <a:pt x="30723" y="57951"/>
                    <a:pt x="26173" y="62704"/>
                    <a:pt x="22777" y="68952"/>
                  </a:cubicBezTo>
                  <a:cubicBezTo>
                    <a:pt x="19383" y="75198"/>
                    <a:pt x="17686" y="82532"/>
                    <a:pt x="17686" y="90952"/>
                  </a:cubicBezTo>
                  <a:cubicBezTo>
                    <a:pt x="17686" y="99507"/>
                    <a:pt x="19383" y="106943"/>
                    <a:pt x="22777" y="113257"/>
                  </a:cubicBezTo>
                  <a:cubicBezTo>
                    <a:pt x="26173" y="119572"/>
                    <a:pt x="30723" y="124393"/>
                    <a:pt x="36426" y="127720"/>
                  </a:cubicBezTo>
                  <a:cubicBezTo>
                    <a:pt x="42130" y="131048"/>
                    <a:pt x="48445" y="132712"/>
                    <a:pt x="55371" y="132712"/>
                  </a:cubicBezTo>
                  <a:cubicBezTo>
                    <a:pt x="62297" y="132712"/>
                    <a:pt x="68646" y="131048"/>
                    <a:pt x="74417" y="127720"/>
                  </a:cubicBezTo>
                  <a:cubicBezTo>
                    <a:pt x="80190" y="124393"/>
                    <a:pt x="84773" y="119572"/>
                    <a:pt x="88169" y="113257"/>
                  </a:cubicBezTo>
                  <a:cubicBezTo>
                    <a:pt x="91564" y="106943"/>
                    <a:pt x="93260" y="99576"/>
                    <a:pt x="93260" y="91156"/>
                  </a:cubicBezTo>
                  <a:close/>
                </a:path>
              </a:pathLst>
            </a:custGeom>
            <a:solidFill>
              <a:schemeClr val="bg1"/>
            </a:solidFill>
            <a:ln w="148" cap="flat">
              <a:noFill/>
              <a:prstDash val="solid"/>
              <a:round/>
            </a:ln>
          </p:spPr>
          <p:txBody>
            <a:bodyPr rtlCol="0" anchor="ctr"/>
            <a:lstStyle/>
            <a:p>
              <a:endParaRPr lang="en-IN">
                <a:latin typeface="Arial" panose="020B0604020202020204" pitchFamily="34" charset="0"/>
                <a:cs typeface="Arial" panose="020B0604020202020204" pitchFamily="34" charset="0"/>
                <a:sym typeface="Arial" panose="020B0604020202020204" pitchFamily="34" charset="0"/>
              </a:endParaRPr>
            </a:p>
          </p:txBody>
        </p:sp>
        <p:sp>
          <p:nvSpPr>
            <p:cNvPr id="38" name="Freeform: Shape 37">
              <a:extLst>
                <a:ext uri="{FF2B5EF4-FFF2-40B4-BE49-F238E27FC236}">
                  <a16:creationId xmlns:a16="http://schemas.microsoft.com/office/drawing/2014/main" id="{6AD72AAB-9F61-C5DD-80A8-7ABB36488513}"/>
                </a:ext>
              </a:extLst>
            </p:cNvPr>
            <p:cNvSpPr/>
            <p:nvPr/>
          </p:nvSpPr>
          <p:spPr>
            <a:xfrm>
              <a:off x="-1419642" y="1211612"/>
              <a:ext cx="24851" cy="155020"/>
            </a:xfrm>
            <a:custGeom>
              <a:avLst/>
              <a:gdLst>
                <a:gd name="connsiteX0" fmla="*/ 9640 w 24851"/>
                <a:gd name="connsiteY0" fmla="*/ 21709 h 155020"/>
                <a:gd name="connsiteX1" fmla="*/ 677 w 24851"/>
                <a:gd name="connsiteY1" fmla="*/ 18043 h 155020"/>
                <a:gd name="connsiteX2" fmla="*/ -2988 w 24851"/>
                <a:gd name="connsiteY2" fmla="*/ 9079 h 155020"/>
                <a:gd name="connsiteX3" fmla="*/ 677 w 24851"/>
                <a:gd name="connsiteY3" fmla="*/ 116 h 155020"/>
                <a:gd name="connsiteX4" fmla="*/ 9640 w 24851"/>
                <a:gd name="connsiteY4" fmla="*/ -3550 h 155020"/>
                <a:gd name="connsiteX5" fmla="*/ 18298 w 24851"/>
                <a:gd name="connsiteY5" fmla="*/ 116 h 155020"/>
                <a:gd name="connsiteX6" fmla="*/ 21863 w 24851"/>
                <a:gd name="connsiteY6" fmla="*/ 9079 h 155020"/>
                <a:gd name="connsiteX7" fmla="*/ 18298 w 24851"/>
                <a:gd name="connsiteY7" fmla="*/ 18043 h 155020"/>
                <a:gd name="connsiteX8" fmla="*/ 9640 w 24851"/>
                <a:gd name="connsiteY8" fmla="*/ 21709 h 155020"/>
                <a:gd name="connsiteX9" fmla="*/ 18604 w 24851"/>
                <a:gd name="connsiteY9" fmla="*/ 39839 h 155020"/>
                <a:gd name="connsiteX10" fmla="*/ 18604 w 24851"/>
                <a:gd name="connsiteY10" fmla="*/ 151471 h 155020"/>
                <a:gd name="connsiteX11" fmla="*/ 66 w 24851"/>
                <a:gd name="connsiteY11" fmla="*/ 151471 h 155020"/>
                <a:gd name="connsiteX12" fmla="*/ 66 w 24851"/>
                <a:gd name="connsiteY12" fmla="*/ 39839 h 155020"/>
                <a:gd name="connsiteX13" fmla="*/ 18604 w 24851"/>
                <a:gd name="connsiteY13" fmla="*/ 39839 h 155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851" h="155020">
                  <a:moveTo>
                    <a:pt x="9640" y="21709"/>
                  </a:moveTo>
                  <a:cubicBezTo>
                    <a:pt x="6110" y="21709"/>
                    <a:pt x="3123" y="20487"/>
                    <a:pt x="677" y="18043"/>
                  </a:cubicBezTo>
                  <a:cubicBezTo>
                    <a:pt x="-1766" y="15597"/>
                    <a:pt x="-2988" y="12611"/>
                    <a:pt x="-2988" y="9079"/>
                  </a:cubicBezTo>
                  <a:cubicBezTo>
                    <a:pt x="-2988" y="5548"/>
                    <a:pt x="-1766" y="2561"/>
                    <a:pt x="677" y="116"/>
                  </a:cubicBezTo>
                  <a:cubicBezTo>
                    <a:pt x="3123" y="-2328"/>
                    <a:pt x="6110" y="-3550"/>
                    <a:pt x="9640" y="-3550"/>
                  </a:cubicBezTo>
                  <a:cubicBezTo>
                    <a:pt x="13036" y="-3550"/>
                    <a:pt x="15923" y="-2328"/>
                    <a:pt x="18298" y="116"/>
                  </a:cubicBezTo>
                  <a:cubicBezTo>
                    <a:pt x="20675" y="2561"/>
                    <a:pt x="21863" y="5548"/>
                    <a:pt x="21863" y="9079"/>
                  </a:cubicBezTo>
                  <a:cubicBezTo>
                    <a:pt x="21863" y="12611"/>
                    <a:pt x="20675" y="15597"/>
                    <a:pt x="18298" y="18043"/>
                  </a:cubicBezTo>
                  <a:cubicBezTo>
                    <a:pt x="15923" y="20487"/>
                    <a:pt x="13036" y="21709"/>
                    <a:pt x="9640" y="21709"/>
                  </a:cubicBezTo>
                  <a:close/>
                  <a:moveTo>
                    <a:pt x="18604" y="39839"/>
                  </a:moveTo>
                  <a:lnTo>
                    <a:pt x="18604" y="151471"/>
                  </a:lnTo>
                  <a:lnTo>
                    <a:pt x="66" y="151471"/>
                  </a:lnTo>
                  <a:lnTo>
                    <a:pt x="66" y="39839"/>
                  </a:lnTo>
                  <a:lnTo>
                    <a:pt x="18604" y="39839"/>
                  </a:lnTo>
                  <a:close/>
                </a:path>
              </a:pathLst>
            </a:custGeom>
            <a:solidFill>
              <a:schemeClr val="bg1"/>
            </a:solidFill>
            <a:ln w="148" cap="flat">
              <a:noFill/>
              <a:prstDash val="solid"/>
              <a:round/>
            </a:ln>
          </p:spPr>
          <p:txBody>
            <a:bodyPr rtlCol="0" anchor="ctr"/>
            <a:lstStyle/>
            <a:p>
              <a:endParaRPr lang="en-IN">
                <a:latin typeface="Arial" panose="020B0604020202020204" pitchFamily="34" charset="0"/>
                <a:cs typeface="Arial" panose="020B0604020202020204" pitchFamily="34" charset="0"/>
                <a:sym typeface="Arial" panose="020B0604020202020204" pitchFamily="34" charset="0"/>
              </a:endParaRPr>
            </a:p>
          </p:txBody>
        </p:sp>
        <p:sp>
          <p:nvSpPr>
            <p:cNvPr id="39" name="Freeform: Shape 38">
              <a:extLst>
                <a:ext uri="{FF2B5EF4-FFF2-40B4-BE49-F238E27FC236}">
                  <a16:creationId xmlns:a16="http://schemas.microsoft.com/office/drawing/2014/main" id="{6F3E8DD4-F153-2132-337C-32DC8A15EEBF}"/>
                </a:ext>
              </a:extLst>
            </p:cNvPr>
            <p:cNvSpPr/>
            <p:nvPr/>
          </p:nvSpPr>
          <p:spPr>
            <a:xfrm>
              <a:off x="-1323560" y="1253169"/>
              <a:ext cx="86373" cy="115297"/>
            </a:xfrm>
            <a:custGeom>
              <a:avLst/>
              <a:gdLst>
                <a:gd name="connsiteX0" fmla="*/ 41950 w 86373"/>
                <a:gd name="connsiteY0" fmla="*/ 111614 h 115297"/>
                <a:gd name="connsiteX1" fmla="*/ 18931 w 86373"/>
                <a:gd name="connsiteY1" fmla="*/ 107234 h 115297"/>
                <a:gd name="connsiteX2" fmla="*/ 2837 w 86373"/>
                <a:gd name="connsiteY2" fmla="*/ 95011 h 115297"/>
                <a:gd name="connsiteX3" fmla="*/ -3682 w 86373"/>
                <a:gd name="connsiteY3" fmla="*/ 76983 h 115297"/>
                <a:gd name="connsiteX4" fmla="*/ 15467 w 86373"/>
                <a:gd name="connsiteY4" fmla="*/ 76983 h 115297"/>
                <a:gd name="connsiteX5" fmla="*/ 23311 w 86373"/>
                <a:gd name="connsiteY5" fmla="*/ 90632 h 115297"/>
                <a:gd name="connsiteX6" fmla="*/ 41746 w 86373"/>
                <a:gd name="connsiteY6" fmla="*/ 95928 h 115297"/>
                <a:gd name="connsiteX7" fmla="*/ 58449 w 86373"/>
                <a:gd name="connsiteY7" fmla="*/ 91243 h 115297"/>
                <a:gd name="connsiteX8" fmla="*/ 64561 w 86373"/>
                <a:gd name="connsiteY8" fmla="*/ 79427 h 115297"/>
                <a:gd name="connsiteX9" fmla="*/ 58042 w 86373"/>
                <a:gd name="connsiteY9" fmla="*/ 68529 h 115297"/>
                <a:gd name="connsiteX10" fmla="*/ 37875 w 86373"/>
                <a:gd name="connsiteY10" fmla="*/ 61502 h 115297"/>
                <a:gd name="connsiteX11" fmla="*/ 17607 w 86373"/>
                <a:gd name="connsiteY11" fmla="*/ 54881 h 115297"/>
                <a:gd name="connsiteX12" fmla="*/ 4162 w 86373"/>
                <a:gd name="connsiteY12" fmla="*/ 44900 h 115297"/>
                <a:gd name="connsiteX13" fmla="*/ -1440 w 86373"/>
                <a:gd name="connsiteY13" fmla="*/ 27483 h 115297"/>
                <a:gd name="connsiteX14" fmla="*/ 3652 w 86373"/>
                <a:gd name="connsiteY14" fmla="*/ 11797 h 115297"/>
                <a:gd name="connsiteX15" fmla="*/ 18116 w 86373"/>
                <a:gd name="connsiteY15" fmla="*/ 492 h 115297"/>
                <a:gd name="connsiteX16" fmla="*/ 39506 w 86373"/>
                <a:gd name="connsiteY16" fmla="*/ -3684 h 115297"/>
                <a:gd name="connsiteX17" fmla="*/ 69450 w 86373"/>
                <a:gd name="connsiteY17" fmla="*/ 5686 h 115297"/>
                <a:gd name="connsiteX18" fmla="*/ 81672 w 86373"/>
                <a:gd name="connsiteY18" fmla="*/ 31354 h 115297"/>
                <a:gd name="connsiteX19" fmla="*/ 63135 w 86373"/>
                <a:gd name="connsiteY19" fmla="*/ 31354 h 115297"/>
                <a:gd name="connsiteX20" fmla="*/ 56107 w 86373"/>
                <a:gd name="connsiteY20" fmla="*/ 17298 h 115297"/>
                <a:gd name="connsiteX21" fmla="*/ 38893 w 86373"/>
                <a:gd name="connsiteY21" fmla="*/ 12001 h 115297"/>
                <a:gd name="connsiteX22" fmla="*/ 23004 w 86373"/>
                <a:gd name="connsiteY22" fmla="*/ 16278 h 115297"/>
                <a:gd name="connsiteX23" fmla="*/ 17097 w 86373"/>
                <a:gd name="connsiteY23" fmla="*/ 27483 h 115297"/>
                <a:gd name="connsiteX24" fmla="*/ 20661 w 86373"/>
                <a:gd name="connsiteY24" fmla="*/ 36548 h 115297"/>
                <a:gd name="connsiteX25" fmla="*/ 29626 w 86373"/>
                <a:gd name="connsiteY25" fmla="*/ 42252 h 115297"/>
                <a:gd name="connsiteX26" fmla="*/ 44597 w 86373"/>
                <a:gd name="connsiteY26" fmla="*/ 47039 h 115297"/>
                <a:gd name="connsiteX27" fmla="*/ 64154 w 86373"/>
                <a:gd name="connsiteY27" fmla="*/ 53455 h 115297"/>
                <a:gd name="connsiteX28" fmla="*/ 77089 w 86373"/>
                <a:gd name="connsiteY28" fmla="*/ 62927 h 115297"/>
                <a:gd name="connsiteX29" fmla="*/ 82692 w 86373"/>
                <a:gd name="connsiteY29" fmla="*/ 79427 h 115297"/>
                <a:gd name="connsiteX30" fmla="*/ 77598 w 86373"/>
                <a:gd name="connsiteY30" fmla="*/ 95928 h 115297"/>
                <a:gd name="connsiteX31" fmla="*/ 63236 w 86373"/>
                <a:gd name="connsiteY31" fmla="*/ 107438 h 115297"/>
                <a:gd name="connsiteX32" fmla="*/ 41950 w 86373"/>
                <a:gd name="connsiteY32" fmla="*/ 111614 h 115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86373" h="115297">
                  <a:moveTo>
                    <a:pt x="41950" y="111614"/>
                  </a:moveTo>
                  <a:cubicBezTo>
                    <a:pt x="33394" y="111614"/>
                    <a:pt x="25720" y="110154"/>
                    <a:pt x="18931" y="107234"/>
                  </a:cubicBezTo>
                  <a:cubicBezTo>
                    <a:pt x="12140" y="104314"/>
                    <a:pt x="6775" y="100240"/>
                    <a:pt x="2837" y="95011"/>
                  </a:cubicBezTo>
                  <a:cubicBezTo>
                    <a:pt x="-1101" y="89783"/>
                    <a:pt x="-3274" y="83774"/>
                    <a:pt x="-3682" y="76983"/>
                  </a:cubicBezTo>
                  <a:lnTo>
                    <a:pt x="15467" y="76983"/>
                  </a:lnTo>
                  <a:cubicBezTo>
                    <a:pt x="16011" y="82552"/>
                    <a:pt x="18625" y="87101"/>
                    <a:pt x="23311" y="90632"/>
                  </a:cubicBezTo>
                  <a:cubicBezTo>
                    <a:pt x="27995" y="94162"/>
                    <a:pt x="34140" y="95928"/>
                    <a:pt x="41746" y="95928"/>
                  </a:cubicBezTo>
                  <a:cubicBezTo>
                    <a:pt x="48807" y="95928"/>
                    <a:pt x="54376" y="94366"/>
                    <a:pt x="58449" y="91243"/>
                  </a:cubicBezTo>
                  <a:cubicBezTo>
                    <a:pt x="62524" y="88119"/>
                    <a:pt x="64561" y="84181"/>
                    <a:pt x="64561" y="79427"/>
                  </a:cubicBezTo>
                  <a:cubicBezTo>
                    <a:pt x="64561" y="74539"/>
                    <a:pt x="62389" y="70906"/>
                    <a:pt x="58042" y="68529"/>
                  </a:cubicBezTo>
                  <a:cubicBezTo>
                    <a:pt x="53697" y="66153"/>
                    <a:pt x="46974" y="63811"/>
                    <a:pt x="37875" y="61502"/>
                  </a:cubicBezTo>
                  <a:cubicBezTo>
                    <a:pt x="29592" y="59328"/>
                    <a:pt x="22835" y="57122"/>
                    <a:pt x="17607" y="54881"/>
                  </a:cubicBezTo>
                  <a:cubicBezTo>
                    <a:pt x="12378" y="52640"/>
                    <a:pt x="7896" y="49313"/>
                    <a:pt x="4162" y="44900"/>
                  </a:cubicBezTo>
                  <a:cubicBezTo>
                    <a:pt x="427" y="40486"/>
                    <a:pt x="-1440" y="34681"/>
                    <a:pt x="-1440" y="27483"/>
                  </a:cubicBezTo>
                  <a:cubicBezTo>
                    <a:pt x="-1440" y="21778"/>
                    <a:pt x="258" y="16550"/>
                    <a:pt x="3652" y="11797"/>
                  </a:cubicBezTo>
                  <a:cubicBezTo>
                    <a:pt x="7047" y="7043"/>
                    <a:pt x="11868" y="3275"/>
                    <a:pt x="18116" y="492"/>
                  </a:cubicBezTo>
                  <a:cubicBezTo>
                    <a:pt x="24363" y="-2293"/>
                    <a:pt x="31493" y="-3684"/>
                    <a:pt x="39506" y="-3684"/>
                  </a:cubicBezTo>
                  <a:cubicBezTo>
                    <a:pt x="51864" y="-3684"/>
                    <a:pt x="61845" y="-561"/>
                    <a:pt x="69450" y="5686"/>
                  </a:cubicBezTo>
                  <a:cubicBezTo>
                    <a:pt x="77056" y="11933"/>
                    <a:pt x="81129" y="20488"/>
                    <a:pt x="81672" y="31354"/>
                  </a:cubicBezTo>
                  <a:lnTo>
                    <a:pt x="63135" y="31354"/>
                  </a:lnTo>
                  <a:cubicBezTo>
                    <a:pt x="62728" y="25513"/>
                    <a:pt x="60385" y="20829"/>
                    <a:pt x="56107" y="17298"/>
                  </a:cubicBezTo>
                  <a:cubicBezTo>
                    <a:pt x="51830" y="13766"/>
                    <a:pt x="46091" y="12001"/>
                    <a:pt x="38893" y="12001"/>
                  </a:cubicBezTo>
                  <a:cubicBezTo>
                    <a:pt x="32239" y="12001"/>
                    <a:pt x="26942" y="13427"/>
                    <a:pt x="23004" y="16278"/>
                  </a:cubicBezTo>
                  <a:cubicBezTo>
                    <a:pt x="19066" y="19131"/>
                    <a:pt x="17097" y="22865"/>
                    <a:pt x="17097" y="27483"/>
                  </a:cubicBezTo>
                  <a:cubicBezTo>
                    <a:pt x="17097" y="31150"/>
                    <a:pt x="18286" y="34171"/>
                    <a:pt x="20661" y="36548"/>
                  </a:cubicBezTo>
                  <a:cubicBezTo>
                    <a:pt x="23039" y="38923"/>
                    <a:pt x="26027" y="40825"/>
                    <a:pt x="29626" y="42252"/>
                  </a:cubicBezTo>
                  <a:cubicBezTo>
                    <a:pt x="33225" y="43678"/>
                    <a:pt x="38215" y="45273"/>
                    <a:pt x="44597" y="47039"/>
                  </a:cubicBezTo>
                  <a:cubicBezTo>
                    <a:pt x="52610" y="49211"/>
                    <a:pt x="59129" y="51350"/>
                    <a:pt x="64154" y="53455"/>
                  </a:cubicBezTo>
                  <a:cubicBezTo>
                    <a:pt x="69178" y="55560"/>
                    <a:pt x="73489" y="58717"/>
                    <a:pt x="77089" y="62927"/>
                  </a:cubicBezTo>
                  <a:cubicBezTo>
                    <a:pt x="80688" y="67138"/>
                    <a:pt x="82555" y="72638"/>
                    <a:pt x="82692" y="79427"/>
                  </a:cubicBezTo>
                  <a:cubicBezTo>
                    <a:pt x="82692" y="85539"/>
                    <a:pt x="80994" y="91039"/>
                    <a:pt x="77598" y="95928"/>
                  </a:cubicBezTo>
                  <a:cubicBezTo>
                    <a:pt x="74203" y="100816"/>
                    <a:pt x="69416" y="104653"/>
                    <a:pt x="63236" y="107438"/>
                  </a:cubicBezTo>
                  <a:cubicBezTo>
                    <a:pt x="57058" y="110222"/>
                    <a:pt x="49962" y="111614"/>
                    <a:pt x="41950" y="111614"/>
                  </a:cubicBezTo>
                  <a:close/>
                </a:path>
              </a:pathLst>
            </a:custGeom>
            <a:solidFill>
              <a:schemeClr val="bg1"/>
            </a:solidFill>
            <a:ln w="148" cap="flat">
              <a:noFill/>
              <a:prstDash val="solid"/>
              <a:round/>
            </a:ln>
          </p:spPr>
          <p:txBody>
            <a:bodyPr rtlCol="0" anchor="ctr"/>
            <a:lstStyle/>
            <a:p>
              <a:endParaRPr lang="en-IN">
                <a:latin typeface="Arial" panose="020B0604020202020204" pitchFamily="34" charset="0"/>
                <a:cs typeface="Arial" panose="020B0604020202020204" pitchFamily="34" charset="0"/>
                <a:sym typeface="Arial" panose="020B0604020202020204" pitchFamily="34" charset="0"/>
              </a:endParaRPr>
            </a:p>
          </p:txBody>
        </p:sp>
        <p:sp>
          <p:nvSpPr>
            <p:cNvPr id="40" name="Freeform: Shape 39">
              <a:extLst>
                <a:ext uri="{FF2B5EF4-FFF2-40B4-BE49-F238E27FC236}">
                  <a16:creationId xmlns:a16="http://schemas.microsoft.com/office/drawing/2014/main" id="{5CB8A7EC-57DE-6448-D971-C3DCCF00449C}"/>
                </a:ext>
              </a:extLst>
            </p:cNvPr>
            <p:cNvSpPr/>
            <p:nvPr/>
          </p:nvSpPr>
          <p:spPr>
            <a:xfrm>
              <a:off x="-1164142" y="1253169"/>
              <a:ext cx="112855" cy="115297"/>
            </a:xfrm>
            <a:custGeom>
              <a:avLst/>
              <a:gdLst>
                <a:gd name="connsiteX0" fmla="*/ 50987 w 112855"/>
                <a:gd name="connsiteY0" fmla="*/ 111614 h 115297"/>
                <a:gd name="connsiteX1" fmla="*/ 22571 w 112855"/>
                <a:gd name="connsiteY1" fmla="*/ 104484 h 115297"/>
                <a:gd name="connsiteX2" fmla="*/ 2607 w 112855"/>
                <a:gd name="connsiteY2" fmla="*/ 84216 h 115297"/>
                <a:gd name="connsiteX3" fmla="*/ -4625 w 112855"/>
                <a:gd name="connsiteY3" fmla="*/ 53761 h 115297"/>
                <a:gd name="connsiteX4" fmla="*/ 2811 w 112855"/>
                <a:gd name="connsiteY4" fmla="*/ 23510 h 115297"/>
                <a:gd name="connsiteX5" fmla="*/ 23079 w 112855"/>
                <a:gd name="connsiteY5" fmla="*/ 3343 h 115297"/>
                <a:gd name="connsiteX6" fmla="*/ 51804 w 112855"/>
                <a:gd name="connsiteY6" fmla="*/ -3684 h 115297"/>
                <a:gd name="connsiteX7" fmla="*/ 80526 w 112855"/>
                <a:gd name="connsiteY7" fmla="*/ 3343 h 115297"/>
                <a:gd name="connsiteX8" fmla="*/ 100795 w 112855"/>
                <a:gd name="connsiteY8" fmla="*/ 23408 h 115297"/>
                <a:gd name="connsiteX9" fmla="*/ 108231 w 112855"/>
                <a:gd name="connsiteY9" fmla="*/ 53761 h 115297"/>
                <a:gd name="connsiteX10" fmla="*/ 100591 w 112855"/>
                <a:gd name="connsiteY10" fmla="*/ 84216 h 115297"/>
                <a:gd name="connsiteX11" fmla="*/ 79914 w 112855"/>
                <a:gd name="connsiteY11" fmla="*/ 104484 h 115297"/>
                <a:gd name="connsiteX12" fmla="*/ 50987 w 112855"/>
                <a:gd name="connsiteY12" fmla="*/ 111614 h 115297"/>
                <a:gd name="connsiteX13" fmla="*/ 50987 w 112855"/>
                <a:gd name="connsiteY13" fmla="*/ 95317 h 115297"/>
                <a:gd name="connsiteX14" fmla="*/ 69729 w 112855"/>
                <a:gd name="connsiteY14" fmla="*/ 90632 h 115297"/>
                <a:gd name="connsiteX15" fmla="*/ 83887 w 112855"/>
                <a:gd name="connsiteY15" fmla="*/ 76576 h 115297"/>
                <a:gd name="connsiteX16" fmla="*/ 89285 w 112855"/>
                <a:gd name="connsiteY16" fmla="*/ 53761 h 115297"/>
                <a:gd name="connsiteX17" fmla="*/ 83989 w 112855"/>
                <a:gd name="connsiteY17" fmla="*/ 30946 h 115297"/>
                <a:gd name="connsiteX18" fmla="*/ 70136 w 112855"/>
                <a:gd name="connsiteY18" fmla="*/ 16992 h 115297"/>
                <a:gd name="connsiteX19" fmla="*/ 51598 w 112855"/>
                <a:gd name="connsiteY19" fmla="*/ 12408 h 115297"/>
                <a:gd name="connsiteX20" fmla="*/ 32959 w 112855"/>
                <a:gd name="connsiteY20" fmla="*/ 16992 h 115297"/>
                <a:gd name="connsiteX21" fmla="*/ 19413 w 112855"/>
                <a:gd name="connsiteY21" fmla="*/ 30946 h 115297"/>
                <a:gd name="connsiteX22" fmla="*/ 14320 w 112855"/>
                <a:gd name="connsiteY22" fmla="*/ 53761 h 115297"/>
                <a:gd name="connsiteX23" fmla="*/ 19311 w 112855"/>
                <a:gd name="connsiteY23" fmla="*/ 76780 h 115297"/>
                <a:gd name="connsiteX24" fmla="*/ 32655 w 112855"/>
                <a:gd name="connsiteY24" fmla="*/ 90734 h 115297"/>
                <a:gd name="connsiteX25" fmla="*/ 50987 w 112855"/>
                <a:gd name="connsiteY25" fmla="*/ 95317 h 115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12855" h="115297">
                  <a:moveTo>
                    <a:pt x="50987" y="111614"/>
                  </a:moveTo>
                  <a:cubicBezTo>
                    <a:pt x="40531" y="111614"/>
                    <a:pt x="31058" y="109236"/>
                    <a:pt x="22571" y="104484"/>
                  </a:cubicBezTo>
                  <a:cubicBezTo>
                    <a:pt x="14082" y="99731"/>
                    <a:pt x="7428" y="92975"/>
                    <a:pt x="2607" y="84216"/>
                  </a:cubicBezTo>
                  <a:cubicBezTo>
                    <a:pt x="-2214" y="75455"/>
                    <a:pt x="-4625" y="65305"/>
                    <a:pt x="-4625" y="53761"/>
                  </a:cubicBezTo>
                  <a:cubicBezTo>
                    <a:pt x="-4625" y="42353"/>
                    <a:pt x="-2145" y="32269"/>
                    <a:pt x="2811" y="23510"/>
                  </a:cubicBezTo>
                  <a:cubicBezTo>
                    <a:pt x="7767" y="14751"/>
                    <a:pt x="14524" y="8029"/>
                    <a:pt x="23079" y="3343"/>
                  </a:cubicBezTo>
                  <a:cubicBezTo>
                    <a:pt x="31636" y="-1343"/>
                    <a:pt x="41210" y="-3684"/>
                    <a:pt x="51804" y="-3684"/>
                  </a:cubicBezTo>
                  <a:cubicBezTo>
                    <a:pt x="62396" y="-3684"/>
                    <a:pt x="71969" y="-1343"/>
                    <a:pt x="80526" y="3343"/>
                  </a:cubicBezTo>
                  <a:cubicBezTo>
                    <a:pt x="89082" y="8029"/>
                    <a:pt x="95838" y="14717"/>
                    <a:pt x="100795" y="23408"/>
                  </a:cubicBezTo>
                  <a:cubicBezTo>
                    <a:pt x="105751" y="32100"/>
                    <a:pt x="108231" y="42218"/>
                    <a:pt x="108231" y="53761"/>
                  </a:cubicBezTo>
                  <a:cubicBezTo>
                    <a:pt x="108231" y="65305"/>
                    <a:pt x="105684" y="75455"/>
                    <a:pt x="100591" y="84216"/>
                  </a:cubicBezTo>
                  <a:cubicBezTo>
                    <a:pt x="95498" y="92975"/>
                    <a:pt x="88606" y="99731"/>
                    <a:pt x="79914" y="104484"/>
                  </a:cubicBezTo>
                  <a:cubicBezTo>
                    <a:pt x="71223" y="109236"/>
                    <a:pt x="61581" y="111614"/>
                    <a:pt x="50987" y="111614"/>
                  </a:cubicBezTo>
                  <a:close/>
                  <a:moveTo>
                    <a:pt x="50987" y="95317"/>
                  </a:moveTo>
                  <a:cubicBezTo>
                    <a:pt x="57643" y="95317"/>
                    <a:pt x="63890" y="93755"/>
                    <a:pt x="69729" y="90632"/>
                  </a:cubicBezTo>
                  <a:cubicBezTo>
                    <a:pt x="75568" y="87508"/>
                    <a:pt x="80288" y="82823"/>
                    <a:pt x="83887" y="76576"/>
                  </a:cubicBezTo>
                  <a:cubicBezTo>
                    <a:pt x="87485" y="70329"/>
                    <a:pt x="89285" y="62724"/>
                    <a:pt x="89285" y="53761"/>
                  </a:cubicBezTo>
                  <a:cubicBezTo>
                    <a:pt x="89285" y="44798"/>
                    <a:pt x="87519" y="37193"/>
                    <a:pt x="83989" y="30946"/>
                  </a:cubicBezTo>
                  <a:cubicBezTo>
                    <a:pt x="80458" y="24698"/>
                    <a:pt x="75840" y="20047"/>
                    <a:pt x="70136" y="16992"/>
                  </a:cubicBezTo>
                  <a:cubicBezTo>
                    <a:pt x="64432" y="13937"/>
                    <a:pt x="58254" y="12408"/>
                    <a:pt x="51598" y="12408"/>
                  </a:cubicBezTo>
                  <a:cubicBezTo>
                    <a:pt x="44809" y="12408"/>
                    <a:pt x="38597" y="13937"/>
                    <a:pt x="32959" y="16992"/>
                  </a:cubicBezTo>
                  <a:cubicBezTo>
                    <a:pt x="27324" y="20047"/>
                    <a:pt x="22809" y="24698"/>
                    <a:pt x="19413" y="30946"/>
                  </a:cubicBezTo>
                  <a:cubicBezTo>
                    <a:pt x="16018" y="37193"/>
                    <a:pt x="14320" y="44798"/>
                    <a:pt x="14320" y="53761"/>
                  </a:cubicBezTo>
                  <a:cubicBezTo>
                    <a:pt x="14320" y="62859"/>
                    <a:pt x="15984" y="70533"/>
                    <a:pt x="19311" y="76780"/>
                  </a:cubicBezTo>
                  <a:cubicBezTo>
                    <a:pt x="22639" y="83026"/>
                    <a:pt x="27086" y="87678"/>
                    <a:pt x="32655" y="90734"/>
                  </a:cubicBezTo>
                  <a:cubicBezTo>
                    <a:pt x="38222" y="93789"/>
                    <a:pt x="44333" y="95317"/>
                    <a:pt x="50987" y="95317"/>
                  </a:cubicBezTo>
                  <a:close/>
                </a:path>
              </a:pathLst>
            </a:custGeom>
            <a:solidFill>
              <a:schemeClr val="bg1"/>
            </a:solidFill>
            <a:ln w="148" cap="flat">
              <a:noFill/>
              <a:prstDash val="solid"/>
              <a:round/>
            </a:ln>
          </p:spPr>
          <p:txBody>
            <a:bodyPr rtlCol="0" anchor="ctr"/>
            <a:lstStyle/>
            <a:p>
              <a:endParaRPr lang="en-IN">
                <a:latin typeface="Arial" panose="020B0604020202020204" pitchFamily="34" charset="0"/>
                <a:cs typeface="Arial" panose="020B0604020202020204" pitchFamily="34" charset="0"/>
                <a:sym typeface="Arial" panose="020B0604020202020204" pitchFamily="34" charset="0"/>
              </a:endParaRPr>
            </a:p>
          </p:txBody>
        </p:sp>
        <p:sp>
          <p:nvSpPr>
            <p:cNvPr id="41" name="Freeform: Shape 40">
              <a:extLst>
                <a:ext uri="{FF2B5EF4-FFF2-40B4-BE49-F238E27FC236}">
                  <a16:creationId xmlns:a16="http://schemas.microsoft.com/office/drawing/2014/main" id="{D5C3CE6A-E34E-8110-7A93-5F505E49B504}"/>
                </a:ext>
              </a:extLst>
            </p:cNvPr>
            <p:cNvSpPr/>
            <p:nvPr/>
          </p:nvSpPr>
          <p:spPr>
            <a:xfrm>
              <a:off x="-977472" y="1252965"/>
              <a:ext cx="54594" cy="113668"/>
            </a:xfrm>
            <a:custGeom>
              <a:avLst/>
              <a:gdLst>
                <a:gd name="connsiteX0" fmla="*/ 13033 w 54594"/>
                <a:gd name="connsiteY0" fmla="*/ 16488 h 113668"/>
                <a:gd name="connsiteX1" fmla="*/ 26986 w 54594"/>
                <a:gd name="connsiteY1" fmla="*/ 1618 h 113668"/>
                <a:gd name="connsiteX2" fmla="*/ 49089 w 54594"/>
                <a:gd name="connsiteY2" fmla="*/ -3678 h 113668"/>
                <a:gd name="connsiteX3" fmla="*/ 49089 w 54594"/>
                <a:gd name="connsiteY3" fmla="*/ 15470 h 113668"/>
                <a:gd name="connsiteX4" fmla="*/ 44199 w 54594"/>
                <a:gd name="connsiteY4" fmla="*/ 15470 h 113668"/>
                <a:gd name="connsiteX5" fmla="*/ 13033 w 54594"/>
                <a:gd name="connsiteY5" fmla="*/ 49285 h 113668"/>
                <a:gd name="connsiteX6" fmla="*/ 13033 w 54594"/>
                <a:gd name="connsiteY6" fmla="*/ 109990 h 113668"/>
                <a:gd name="connsiteX7" fmla="*/ -5505 w 54594"/>
                <a:gd name="connsiteY7" fmla="*/ 109990 h 113668"/>
                <a:gd name="connsiteX8" fmla="*/ -5505 w 54594"/>
                <a:gd name="connsiteY8" fmla="*/ -1641 h 113668"/>
                <a:gd name="connsiteX9" fmla="*/ 13033 w 54594"/>
                <a:gd name="connsiteY9" fmla="*/ -1641 h 113668"/>
                <a:gd name="connsiteX10" fmla="*/ 13033 w 54594"/>
                <a:gd name="connsiteY10" fmla="*/ 16488 h 113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594" h="113668">
                  <a:moveTo>
                    <a:pt x="13033" y="16488"/>
                  </a:moveTo>
                  <a:cubicBezTo>
                    <a:pt x="16291" y="10106"/>
                    <a:pt x="20943" y="5148"/>
                    <a:pt x="26986" y="1618"/>
                  </a:cubicBezTo>
                  <a:cubicBezTo>
                    <a:pt x="33029" y="-1913"/>
                    <a:pt x="40397" y="-3678"/>
                    <a:pt x="49089" y="-3678"/>
                  </a:cubicBezTo>
                  <a:lnTo>
                    <a:pt x="49089" y="15470"/>
                  </a:lnTo>
                  <a:lnTo>
                    <a:pt x="44199" y="15470"/>
                  </a:lnTo>
                  <a:cubicBezTo>
                    <a:pt x="23421" y="15470"/>
                    <a:pt x="13033" y="26743"/>
                    <a:pt x="13033" y="49285"/>
                  </a:cubicBezTo>
                  <a:lnTo>
                    <a:pt x="13033" y="109990"/>
                  </a:lnTo>
                  <a:lnTo>
                    <a:pt x="-5505" y="109990"/>
                  </a:lnTo>
                  <a:lnTo>
                    <a:pt x="-5505" y="-1641"/>
                  </a:lnTo>
                  <a:lnTo>
                    <a:pt x="13033" y="-1641"/>
                  </a:lnTo>
                  <a:lnTo>
                    <a:pt x="13033" y="16488"/>
                  </a:lnTo>
                  <a:close/>
                </a:path>
              </a:pathLst>
            </a:custGeom>
            <a:solidFill>
              <a:schemeClr val="bg1"/>
            </a:solidFill>
            <a:ln w="148" cap="flat">
              <a:noFill/>
              <a:prstDash val="solid"/>
              <a:round/>
            </a:ln>
          </p:spPr>
          <p:txBody>
            <a:bodyPr rtlCol="0" anchor="ctr"/>
            <a:lstStyle/>
            <a:p>
              <a:endParaRPr lang="en-IN">
                <a:latin typeface="Arial" panose="020B0604020202020204" pitchFamily="34" charset="0"/>
                <a:cs typeface="Arial" panose="020B0604020202020204" pitchFamily="34" charset="0"/>
                <a:sym typeface="Arial" panose="020B0604020202020204" pitchFamily="34" charset="0"/>
              </a:endParaRPr>
            </a:p>
          </p:txBody>
        </p:sp>
        <p:sp>
          <p:nvSpPr>
            <p:cNvPr id="42" name="Freeform: Shape 41">
              <a:extLst>
                <a:ext uri="{FF2B5EF4-FFF2-40B4-BE49-F238E27FC236}">
                  <a16:creationId xmlns:a16="http://schemas.microsoft.com/office/drawing/2014/main" id="{01724790-94AB-D1C0-7597-EE68697DDD09}"/>
                </a:ext>
              </a:extLst>
            </p:cNvPr>
            <p:cNvSpPr/>
            <p:nvPr/>
          </p:nvSpPr>
          <p:spPr>
            <a:xfrm>
              <a:off x="-857577" y="1253169"/>
              <a:ext cx="86373" cy="115297"/>
            </a:xfrm>
            <a:custGeom>
              <a:avLst/>
              <a:gdLst>
                <a:gd name="connsiteX0" fmla="*/ 39384 w 86373"/>
                <a:gd name="connsiteY0" fmla="*/ 111614 h 115297"/>
                <a:gd name="connsiteX1" fmla="*/ 16364 w 86373"/>
                <a:gd name="connsiteY1" fmla="*/ 107234 h 115297"/>
                <a:gd name="connsiteX2" fmla="*/ 272 w 86373"/>
                <a:gd name="connsiteY2" fmla="*/ 95011 h 115297"/>
                <a:gd name="connsiteX3" fmla="*/ -6247 w 86373"/>
                <a:gd name="connsiteY3" fmla="*/ 76983 h 115297"/>
                <a:gd name="connsiteX4" fmla="*/ 12902 w 86373"/>
                <a:gd name="connsiteY4" fmla="*/ 76983 h 115297"/>
                <a:gd name="connsiteX5" fmla="*/ 20744 w 86373"/>
                <a:gd name="connsiteY5" fmla="*/ 90632 h 115297"/>
                <a:gd name="connsiteX6" fmla="*/ 39181 w 86373"/>
                <a:gd name="connsiteY6" fmla="*/ 95928 h 115297"/>
                <a:gd name="connsiteX7" fmla="*/ 55884 w 86373"/>
                <a:gd name="connsiteY7" fmla="*/ 91243 h 115297"/>
                <a:gd name="connsiteX8" fmla="*/ 61996 w 86373"/>
                <a:gd name="connsiteY8" fmla="*/ 79427 h 115297"/>
                <a:gd name="connsiteX9" fmla="*/ 55477 w 86373"/>
                <a:gd name="connsiteY9" fmla="*/ 68529 h 115297"/>
                <a:gd name="connsiteX10" fmla="*/ 35309 w 86373"/>
                <a:gd name="connsiteY10" fmla="*/ 61502 h 115297"/>
                <a:gd name="connsiteX11" fmla="*/ 15041 w 86373"/>
                <a:gd name="connsiteY11" fmla="*/ 54881 h 115297"/>
                <a:gd name="connsiteX12" fmla="*/ 1596 w 86373"/>
                <a:gd name="connsiteY12" fmla="*/ 44900 h 115297"/>
                <a:gd name="connsiteX13" fmla="*/ -4005 w 86373"/>
                <a:gd name="connsiteY13" fmla="*/ 27483 h 115297"/>
                <a:gd name="connsiteX14" fmla="*/ 1086 w 86373"/>
                <a:gd name="connsiteY14" fmla="*/ 11797 h 115297"/>
                <a:gd name="connsiteX15" fmla="*/ 15549 w 86373"/>
                <a:gd name="connsiteY15" fmla="*/ 492 h 115297"/>
                <a:gd name="connsiteX16" fmla="*/ 36939 w 86373"/>
                <a:gd name="connsiteY16" fmla="*/ -3684 h 115297"/>
                <a:gd name="connsiteX17" fmla="*/ 66885 w 86373"/>
                <a:gd name="connsiteY17" fmla="*/ 5686 h 115297"/>
                <a:gd name="connsiteX18" fmla="*/ 79106 w 86373"/>
                <a:gd name="connsiteY18" fmla="*/ 31354 h 115297"/>
                <a:gd name="connsiteX19" fmla="*/ 60570 w 86373"/>
                <a:gd name="connsiteY19" fmla="*/ 31354 h 115297"/>
                <a:gd name="connsiteX20" fmla="*/ 53541 w 86373"/>
                <a:gd name="connsiteY20" fmla="*/ 17298 h 115297"/>
                <a:gd name="connsiteX21" fmla="*/ 36328 w 86373"/>
                <a:gd name="connsiteY21" fmla="*/ 12001 h 115297"/>
                <a:gd name="connsiteX22" fmla="*/ 20439 w 86373"/>
                <a:gd name="connsiteY22" fmla="*/ 16278 h 115297"/>
                <a:gd name="connsiteX23" fmla="*/ 14531 w 86373"/>
                <a:gd name="connsiteY23" fmla="*/ 27483 h 115297"/>
                <a:gd name="connsiteX24" fmla="*/ 18096 w 86373"/>
                <a:gd name="connsiteY24" fmla="*/ 36548 h 115297"/>
                <a:gd name="connsiteX25" fmla="*/ 27059 w 86373"/>
                <a:gd name="connsiteY25" fmla="*/ 42252 h 115297"/>
                <a:gd name="connsiteX26" fmla="*/ 42032 w 86373"/>
                <a:gd name="connsiteY26" fmla="*/ 47039 h 115297"/>
                <a:gd name="connsiteX27" fmla="*/ 61588 w 86373"/>
                <a:gd name="connsiteY27" fmla="*/ 53455 h 115297"/>
                <a:gd name="connsiteX28" fmla="*/ 74523 w 86373"/>
                <a:gd name="connsiteY28" fmla="*/ 62927 h 115297"/>
                <a:gd name="connsiteX29" fmla="*/ 80126 w 86373"/>
                <a:gd name="connsiteY29" fmla="*/ 79427 h 115297"/>
                <a:gd name="connsiteX30" fmla="*/ 75033 w 86373"/>
                <a:gd name="connsiteY30" fmla="*/ 95928 h 115297"/>
                <a:gd name="connsiteX31" fmla="*/ 60671 w 86373"/>
                <a:gd name="connsiteY31" fmla="*/ 107438 h 115297"/>
                <a:gd name="connsiteX32" fmla="*/ 39384 w 86373"/>
                <a:gd name="connsiteY32" fmla="*/ 111614 h 115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86373" h="115297">
                  <a:moveTo>
                    <a:pt x="39384" y="111614"/>
                  </a:moveTo>
                  <a:cubicBezTo>
                    <a:pt x="30827" y="111614"/>
                    <a:pt x="23155" y="110154"/>
                    <a:pt x="16364" y="107234"/>
                  </a:cubicBezTo>
                  <a:cubicBezTo>
                    <a:pt x="9575" y="104314"/>
                    <a:pt x="4210" y="100240"/>
                    <a:pt x="272" y="95011"/>
                  </a:cubicBezTo>
                  <a:cubicBezTo>
                    <a:pt x="-3666" y="89783"/>
                    <a:pt x="-5840" y="83774"/>
                    <a:pt x="-6247" y="76983"/>
                  </a:cubicBezTo>
                  <a:lnTo>
                    <a:pt x="12902" y="76983"/>
                  </a:lnTo>
                  <a:cubicBezTo>
                    <a:pt x="13444" y="82552"/>
                    <a:pt x="16059" y="87101"/>
                    <a:pt x="20744" y="90632"/>
                  </a:cubicBezTo>
                  <a:cubicBezTo>
                    <a:pt x="25430" y="94162"/>
                    <a:pt x="31575" y="95928"/>
                    <a:pt x="39181" y="95928"/>
                  </a:cubicBezTo>
                  <a:cubicBezTo>
                    <a:pt x="46242" y="95928"/>
                    <a:pt x="51809" y="94366"/>
                    <a:pt x="55884" y="91243"/>
                  </a:cubicBezTo>
                  <a:cubicBezTo>
                    <a:pt x="59959" y="88119"/>
                    <a:pt x="61996" y="84181"/>
                    <a:pt x="61996" y="79427"/>
                  </a:cubicBezTo>
                  <a:cubicBezTo>
                    <a:pt x="61996" y="74539"/>
                    <a:pt x="59822" y="70906"/>
                    <a:pt x="55477" y="68529"/>
                  </a:cubicBezTo>
                  <a:cubicBezTo>
                    <a:pt x="51131" y="66153"/>
                    <a:pt x="44409" y="63811"/>
                    <a:pt x="35309" y="61502"/>
                  </a:cubicBezTo>
                  <a:cubicBezTo>
                    <a:pt x="27026" y="59328"/>
                    <a:pt x="20269" y="57122"/>
                    <a:pt x="15041" y="54881"/>
                  </a:cubicBezTo>
                  <a:cubicBezTo>
                    <a:pt x="9813" y="52640"/>
                    <a:pt x="5331" y="49313"/>
                    <a:pt x="1596" y="44900"/>
                  </a:cubicBezTo>
                  <a:cubicBezTo>
                    <a:pt x="-2138" y="40486"/>
                    <a:pt x="-4005" y="34681"/>
                    <a:pt x="-4005" y="27483"/>
                  </a:cubicBezTo>
                  <a:cubicBezTo>
                    <a:pt x="-4005" y="21778"/>
                    <a:pt x="-2309" y="16550"/>
                    <a:pt x="1086" y="11797"/>
                  </a:cubicBezTo>
                  <a:cubicBezTo>
                    <a:pt x="4482" y="7043"/>
                    <a:pt x="9303" y="3275"/>
                    <a:pt x="15549" y="492"/>
                  </a:cubicBezTo>
                  <a:cubicBezTo>
                    <a:pt x="21796" y="-2293"/>
                    <a:pt x="28926" y="-3684"/>
                    <a:pt x="36939" y="-3684"/>
                  </a:cubicBezTo>
                  <a:cubicBezTo>
                    <a:pt x="49297" y="-3684"/>
                    <a:pt x="59279" y="-561"/>
                    <a:pt x="66885" y="5686"/>
                  </a:cubicBezTo>
                  <a:cubicBezTo>
                    <a:pt x="74489" y="11933"/>
                    <a:pt x="78564" y="20488"/>
                    <a:pt x="79106" y="31354"/>
                  </a:cubicBezTo>
                  <a:lnTo>
                    <a:pt x="60570" y="31354"/>
                  </a:lnTo>
                  <a:cubicBezTo>
                    <a:pt x="60163" y="25513"/>
                    <a:pt x="57820" y="20829"/>
                    <a:pt x="53541" y="17298"/>
                  </a:cubicBezTo>
                  <a:cubicBezTo>
                    <a:pt x="49264" y="13766"/>
                    <a:pt x="43526" y="12001"/>
                    <a:pt x="36328" y="12001"/>
                  </a:cubicBezTo>
                  <a:cubicBezTo>
                    <a:pt x="29674" y="12001"/>
                    <a:pt x="24377" y="13427"/>
                    <a:pt x="20439" y="16278"/>
                  </a:cubicBezTo>
                  <a:cubicBezTo>
                    <a:pt x="16501" y="19131"/>
                    <a:pt x="14531" y="22865"/>
                    <a:pt x="14531" y="27483"/>
                  </a:cubicBezTo>
                  <a:cubicBezTo>
                    <a:pt x="14531" y="31150"/>
                    <a:pt x="15719" y="34171"/>
                    <a:pt x="18096" y="36548"/>
                  </a:cubicBezTo>
                  <a:cubicBezTo>
                    <a:pt x="20473" y="38923"/>
                    <a:pt x="23461" y="40825"/>
                    <a:pt x="27059" y="42252"/>
                  </a:cubicBezTo>
                  <a:cubicBezTo>
                    <a:pt x="30658" y="43678"/>
                    <a:pt x="35650" y="45273"/>
                    <a:pt x="42032" y="47039"/>
                  </a:cubicBezTo>
                  <a:cubicBezTo>
                    <a:pt x="50045" y="49211"/>
                    <a:pt x="56563" y="51350"/>
                    <a:pt x="61588" y="53455"/>
                  </a:cubicBezTo>
                  <a:cubicBezTo>
                    <a:pt x="66613" y="55560"/>
                    <a:pt x="70924" y="58717"/>
                    <a:pt x="74523" y="62927"/>
                  </a:cubicBezTo>
                  <a:cubicBezTo>
                    <a:pt x="78122" y="67138"/>
                    <a:pt x="79989" y="72638"/>
                    <a:pt x="80126" y="79427"/>
                  </a:cubicBezTo>
                  <a:cubicBezTo>
                    <a:pt x="80126" y="85539"/>
                    <a:pt x="78428" y="91039"/>
                    <a:pt x="75033" y="95928"/>
                  </a:cubicBezTo>
                  <a:cubicBezTo>
                    <a:pt x="71638" y="100816"/>
                    <a:pt x="66851" y="104653"/>
                    <a:pt x="60671" y="107438"/>
                  </a:cubicBezTo>
                  <a:cubicBezTo>
                    <a:pt x="54493" y="110222"/>
                    <a:pt x="47397" y="111614"/>
                    <a:pt x="39384" y="111614"/>
                  </a:cubicBezTo>
                  <a:close/>
                </a:path>
              </a:pathLst>
            </a:custGeom>
            <a:solidFill>
              <a:schemeClr val="bg1"/>
            </a:solidFill>
            <a:ln w="148" cap="flat">
              <a:noFill/>
              <a:prstDash val="solid"/>
              <a:round/>
            </a:ln>
          </p:spPr>
          <p:txBody>
            <a:bodyPr rtlCol="0" anchor="ctr"/>
            <a:lstStyle/>
            <a:p>
              <a:endParaRPr lang="en-IN">
                <a:latin typeface="Arial" panose="020B0604020202020204" pitchFamily="34" charset="0"/>
                <a:cs typeface="Arial" panose="020B0604020202020204" pitchFamily="34" charset="0"/>
                <a:sym typeface="Arial" panose="020B0604020202020204" pitchFamily="34" charset="0"/>
              </a:endParaRPr>
            </a:p>
          </p:txBody>
        </p:sp>
        <p:sp>
          <p:nvSpPr>
            <p:cNvPr id="43" name="Freeform: Shape 42">
              <a:extLst>
                <a:ext uri="{FF2B5EF4-FFF2-40B4-BE49-F238E27FC236}">
                  <a16:creationId xmlns:a16="http://schemas.microsoft.com/office/drawing/2014/main" id="{4C17FE0E-B84A-7181-D5B4-C0E29F83B6EF}"/>
                </a:ext>
              </a:extLst>
            </p:cNvPr>
            <p:cNvSpPr/>
            <p:nvPr/>
          </p:nvSpPr>
          <p:spPr>
            <a:xfrm rot="19796186">
              <a:off x="-2006334" y="1241532"/>
              <a:ext cx="151108" cy="173844"/>
            </a:xfrm>
            <a:custGeom>
              <a:avLst/>
              <a:gdLst>
                <a:gd name="connsiteX0" fmla="*/ -2702 w 151108"/>
                <a:gd name="connsiteY0" fmla="*/ 76552 h 173844"/>
                <a:gd name="connsiteX1" fmla="*/ 148407 w 151108"/>
                <a:gd name="connsiteY1" fmla="*/ -11625 h 173844"/>
                <a:gd name="connsiteX2" fmla="*/ 148407 w 151108"/>
                <a:gd name="connsiteY2" fmla="*/ 162219 h 173844"/>
                <a:gd name="connsiteX3" fmla="*/ 129644 w 151108"/>
                <a:gd name="connsiteY3" fmla="*/ 152132 h 173844"/>
                <a:gd name="connsiteX4" fmla="*/ 129644 w 151108"/>
                <a:gd name="connsiteY4" fmla="*/ 124429 h 173844"/>
                <a:gd name="connsiteX5" fmla="*/ 40885 w 151108"/>
                <a:gd name="connsiteY5" fmla="*/ 71533 h 173844"/>
                <a:gd name="connsiteX6" fmla="*/ 16033 w 151108"/>
                <a:gd name="connsiteY6" fmla="*/ 86639 h 173844"/>
                <a:gd name="connsiteX7" fmla="*/ -2702 w 151108"/>
                <a:gd name="connsiteY7" fmla="*/ 76552 h 173844"/>
                <a:gd name="connsiteX8" fmla="*/ 54650 w 151108"/>
                <a:gd name="connsiteY8" fmla="*/ 63955 h 173844"/>
                <a:gd name="connsiteX9" fmla="*/ 129644 w 151108"/>
                <a:gd name="connsiteY9" fmla="*/ 106789 h 173844"/>
                <a:gd name="connsiteX10" fmla="*/ 129644 w 151108"/>
                <a:gd name="connsiteY10" fmla="*/ 21146 h 173844"/>
                <a:gd name="connsiteX11" fmla="*/ 54650 w 151108"/>
                <a:gd name="connsiteY11" fmla="*/ 63955 h 173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1108" h="173844">
                  <a:moveTo>
                    <a:pt x="-2702" y="76552"/>
                  </a:moveTo>
                  <a:lnTo>
                    <a:pt x="148407" y="-11625"/>
                  </a:lnTo>
                  <a:lnTo>
                    <a:pt x="148407" y="162219"/>
                  </a:lnTo>
                  <a:lnTo>
                    <a:pt x="129644" y="152132"/>
                  </a:lnTo>
                  <a:lnTo>
                    <a:pt x="129644" y="124429"/>
                  </a:lnTo>
                  <a:lnTo>
                    <a:pt x="40885" y="71533"/>
                  </a:lnTo>
                  <a:lnTo>
                    <a:pt x="16033" y="86639"/>
                  </a:lnTo>
                  <a:lnTo>
                    <a:pt x="-2702" y="76552"/>
                  </a:lnTo>
                  <a:close/>
                  <a:moveTo>
                    <a:pt x="54650" y="63955"/>
                  </a:moveTo>
                  <a:lnTo>
                    <a:pt x="129644" y="106789"/>
                  </a:lnTo>
                  <a:lnTo>
                    <a:pt x="129644" y="21146"/>
                  </a:lnTo>
                  <a:lnTo>
                    <a:pt x="54650" y="63955"/>
                  </a:lnTo>
                  <a:close/>
                </a:path>
              </a:pathLst>
            </a:custGeom>
            <a:solidFill>
              <a:schemeClr val="bg1"/>
            </a:solidFill>
            <a:ln w="17264" cap="flat">
              <a:noFill/>
              <a:prstDash val="solid"/>
              <a:round/>
            </a:ln>
          </p:spPr>
          <p:txBody>
            <a:bodyPr rtlCol="0" anchor="ctr"/>
            <a:lstStyle/>
            <a:p>
              <a:endParaRPr lang="en-IN">
                <a:latin typeface="Arial" panose="020B0604020202020204" pitchFamily="34" charset="0"/>
                <a:cs typeface="Arial" panose="020B0604020202020204" pitchFamily="34" charset="0"/>
                <a:sym typeface="Arial" panose="020B0604020202020204" pitchFamily="34" charset="0"/>
              </a:endParaRPr>
            </a:p>
          </p:txBody>
        </p:sp>
      </p:grpSp>
      <p:sp>
        <p:nvSpPr>
          <p:cNvPr id="6" name="Graphic 7">
            <a:extLst>
              <a:ext uri="{FF2B5EF4-FFF2-40B4-BE49-F238E27FC236}">
                <a16:creationId xmlns:a16="http://schemas.microsoft.com/office/drawing/2014/main" id="{6ADD2E3F-2508-5A49-6003-1F643541960B}"/>
              </a:ext>
            </a:extLst>
          </p:cNvPr>
          <p:cNvSpPr/>
          <p:nvPr userDrawn="1"/>
        </p:nvSpPr>
        <p:spPr>
          <a:xfrm>
            <a:off x="3590000" y="-7841"/>
            <a:ext cx="5095951" cy="5156582"/>
          </a:xfrm>
          <a:custGeom>
            <a:avLst/>
            <a:gdLst>
              <a:gd name="connsiteX0" fmla="*/ 0 w 2297456"/>
              <a:gd name="connsiteY0" fmla="*/ 3200783 h 3200783"/>
              <a:gd name="connsiteX1" fmla="*/ 996855 w 2297456"/>
              <a:gd name="connsiteY1" fmla="*/ 3200783 h 3200783"/>
              <a:gd name="connsiteX2" fmla="*/ 2297457 w 2297456"/>
              <a:gd name="connsiteY2" fmla="*/ 886908 h 3200783"/>
              <a:gd name="connsiteX3" fmla="*/ 1799030 w 2297456"/>
              <a:gd name="connsiteY3" fmla="*/ 0 h 3200783"/>
              <a:gd name="connsiteX4" fmla="*/ 0 w 2297456"/>
              <a:gd name="connsiteY4" fmla="*/ 3200783 h 3200783"/>
              <a:gd name="connsiteX0" fmla="*/ 0 w 1986254"/>
              <a:gd name="connsiteY0" fmla="*/ 3200783 h 3200783"/>
              <a:gd name="connsiteX1" fmla="*/ 996855 w 1986254"/>
              <a:gd name="connsiteY1" fmla="*/ 3200783 h 3200783"/>
              <a:gd name="connsiteX2" fmla="*/ 1986254 w 1986254"/>
              <a:gd name="connsiteY2" fmla="*/ 266510 h 3200783"/>
              <a:gd name="connsiteX3" fmla="*/ 1799030 w 1986254"/>
              <a:gd name="connsiteY3" fmla="*/ 0 h 3200783"/>
              <a:gd name="connsiteX4" fmla="*/ 0 w 1986254"/>
              <a:gd name="connsiteY4" fmla="*/ 3200783 h 3200783"/>
              <a:gd name="connsiteX0" fmla="*/ 0 w 1604323"/>
              <a:gd name="connsiteY0" fmla="*/ 1513457 h 3200783"/>
              <a:gd name="connsiteX1" fmla="*/ 614924 w 1604323"/>
              <a:gd name="connsiteY1" fmla="*/ 3200783 h 3200783"/>
              <a:gd name="connsiteX2" fmla="*/ 1604323 w 1604323"/>
              <a:gd name="connsiteY2" fmla="*/ 266510 h 3200783"/>
              <a:gd name="connsiteX3" fmla="*/ 1417099 w 1604323"/>
              <a:gd name="connsiteY3" fmla="*/ 0 h 3200783"/>
              <a:gd name="connsiteX4" fmla="*/ 0 w 1604323"/>
              <a:gd name="connsiteY4" fmla="*/ 1513457 h 3200783"/>
              <a:gd name="connsiteX0" fmla="*/ 0 w 1604323"/>
              <a:gd name="connsiteY0" fmla="*/ 1513457 h 1604343"/>
              <a:gd name="connsiteX1" fmla="*/ 737519 w 1604323"/>
              <a:gd name="connsiteY1" fmla="*/ 1604343 h 1604343"/>
              <a:gd name="connsiteX2" fmla="*/ 1604323 w 1604323"/>
              <a:gd name="connsiteY2" fmla="*/ 266510 h 1604343"/>
              <a:gd name="connsiteX3" fmla="*/ 1417099 w 1604323"/>
              <a:gd name="connsiteY3" fmla="*/ 0 h 1604343"/>
              <a:gd name="connsiteX4" fmla="*/ 0 w 1604323"/>
              <a:gd name="connsiteY4" fmla="*/ 1513457 h 1604343"/>
              <a:gd name="connsiteX0" fmla="*/ 0 w 906474"/>
              <a:gd name="connsiteY0" fmla="*/ 1059024 h 1604343"/>
              <a:gd name="connsiteX1" fmla="*/ 39670 w 906474"/>
              <a:gd name="connsiteY1" fmla="*/ 1604343 h 1604343"/>
              <a:gd name="connsiteX2" fmla="*/ 906474 w 906474"/>
              <a:gd name="connsiteY2" fmla="*/ 266510 h 1604343"/>
              <a:gd name="connsiteX3" fmla="*/ 719250 w 906474"/>
              <a:gd name="connsiteY3" fmla="*/ 0 h 1604343"/>
              <a:gd name="connsiteX4" fmla="*/ 0 w 906474"/>
              <a:gd name="connsiteY4" fmla="*/ 1059024 h 1604343"/>
              <a:gd name="connsiteX0" fmla="*/ 0 w 906474"/>
              <a:gd name="connsiteY0" fmla="*/ 1059024 h 1059024"/>
              <a:gd name="connsiteX1" fmla="*/ 393310 w 906474"/>
              <a:gd name="connsiteY1" fmla="*/ 1059024 h 1059024"/>
              <a:gd name="connsiteX2" fmla="*/ 906474 w 906474"/>
              <a:gd name="connsiteY2" fmla="*/ 266510 h 1059024"/>
              <a:gd name="connsiteX3" fmla="*/ 719250 w 906474"/>
              <a:gd name="connsiteY3" fmla="*/ 0 h 1059024"/>
              <a:gd name="connsiteX4" fmla="*/ 0 w 906474"/>
              <a:gd name="connsiteY4" fmla="*/ 1059024 h 1059024"/>
              <a:gd name="connsiteX0" fmla="*/ 0 w 906474"/>
              <a:gd name="connsiteY0" fmla="*/ 1059024 h 1059024"/>
              <a:gd name="connsiteX1" fmla="*/ 417999 w 906474"/>
              <a:gd name="connsiteY1" fmla="*/ 1012471 h 1059024"/>
              <a:gd name="connsiteX2" fmla="*/ 906474 w 906474"/>
              <a:gd name="connsiteY2" fmla="*/ 266510 h 1059024"/>
              <a:gd name="connsiteX3" fmla="*/ 719250 w 906474"/>
              <a:gd name="connsiteY3" fmla="*/ 0 h 1059024"/>
              <a:gd name="connsiteX4" fmla="*/ 0 w 906474"/>
              <a:gd name="connsiteY4" fmla="*/ 1059024 h 1059024"/>
              <a:gd name="connsiteX0" fmla="*/ 0 w 872528"/>
              <a:gd name="connsiteY0" fmla="*/ 1015058 h 1015058"/>
              <a:gd name="connsiteX1" fmla="*/ 384053 w 872528"/>
              <a:gd name="connsiteY1" fmla="*/ 1012471 h 1015058"/>
              <a:gd name="connsiteX2" fmla="*/ 872528 w 872528"/>
              <a:gd name="connsiteY2" fmla="*/ 266510 h 1015058"/>
              <a:gd name="connsiteX3" fmla="*/ 685304 w 872528"/>
              <a:gd name="connsiteY3" fmla="*/ 0 h 1015058"/>
              <a:gd name="connsiteX4" fmla="*/ 0 w 872528"/>
              <a:gd name="connsiteY4" fmla="*/ 1015058 h 1015058"/>
              <a:gd name="connsiteX0" fmla="*/ 0 w 875614"/>
              <a:gd name="connsiteY0" fmla="*/ 1015058 h 1015058"/>
              <a:gd name="connsiteX1" fmla="*/ 384053 w 875614"/>
              <a:gd name="connsiteY1" fmla="*/ 1012471 h 1015058"/>
              <a:gd name="connsiteX2" fmla="*/ 875614 w 875614"/>
              <a:gd name="connsiteY2" fmla="*/ 269097 h 1015058"/>
              <a:gd name="connsiteX3" fmla="*/ 685304 w 875614"/>
              <a:gd name="connsiteY3" fmla="*/ 0 h 1015058"/>
              <a:gd name="connsiteX4" fmla="*/ 0 w 875614"/>
              <a:gd name="connsiteY4" fmla="*/ 1015058 h 1015058"/>
              <a:gd name="connsiteX0" fmla="*/ 0 w 875614"/>
              <a:gd name="connsiteY0" fmla="*/ 745961 h 745961"/>
              <a:gd name="connsiteX1" fmla="*/ 384053 w 875614"/>
              <a:gd name="connsiteY1" fmla="*/ 743374 h 745961"/>
              <a:gd name="connsiteX2" fmla="*/ 875614 w 875614"/>
              <a:gd name="connsiteY2" fmla="*/ 0 h 745961"/>
              <a:gd name="connsiteX3" fmla="*/ 497607 w 875614"/>
              <a:gd name="connsiteY3" fmla="*/ 6434 h 745961"/>
              <a:gd name="connsiteX4" fmla="*/ 0 w 875614"/>
              <a:gd name="connsiteY4" fmla="*/ 745961 h 745961"/>
              <a:gd name="connsiteX0" fmla="*/ 0 w 874387"/>
              <a:gd name="connsiteY0" fmla="*/ 740820 h 740820"/>
              <a:gd name="connsiteX1" fmla="*/ 384053 w 874387"/>
              <a:gd name="connsiteY1" fmla="*/ 738233 h 740820"/>
              <a:gd name="connsiteX2" fmla="*/ 874387 w 874387"/>
              <a:gd name="connsiteY2" fmla="*/ 0 h 740820"/>
              <a:gd name="connsiteX3" fmla="*/ 497607 w 874387"/>
              <a:gd name="connsiteY3" fmla="*/ 1293 h 740820"/>
              <a:gd name="connsiteX4" fmla="*/ 0 w 874387"/>
              <a:gd name="connsiteY4" fmla="*/ 740820 h 740820"/>
              <a:gd name="connsiteX0" fmla="*/ 0 w 874387"/>
              <a:gd name="connsiteY0" fmla="*/ 742573 h 742573"/>
              <a:gd name="connsiteX1" fmla="*/ 384053 w 874387"/>
              <a:gd name="connsiteY1" fmla="*/ 739986 h 742573"/>
              <a:gd name="connsiteX2" fmla="*/ 874387 w 874387"/>
              <a:gd name="connsiteY2" fmla="*/ 1753 h 742573"/>
              <a:gd name="connsiteX3" fmla="*/ 498334 w 874387"/>
              <a:gd name="connsiteY3" fmla="*/ 0 h 742573"/>
              <a:gd name="connsiteX4" fmla="*/ 0 w 874387"/>
              <a:gd name="connsiteY4" fmla="*/ 742573 h 742573"/>
              <a:gd name="connsiteX0" fmla="*/ 0 w 875114"/>
              <a:gd name="connsiteY0" fmla="*/ 742573 h 742573"/>
              <a:gd name="connsiteX1" fmla="*/ 384053 w 875114"/>
              <a:gd name="connsiteY1" fmla="*/ 739986 h 742573"/>
              <a:gd name="connsiteX2" fmla="*/ 875114 w 875114"/>
              <a:gd name="connsiteY2" fmla="*/ 535 h 742573"/>
              <a:gd name="connsiteX3" fmla="*/ 498334 w 875114"/>
              <a:gd name="connsiteY3" fmla="*/ 0 h 742573"/>
              <a:gd name="connsiteX4" fmla="*/ 0 w 875114"/>
              <a:gd name="connsiteY4" fmla="*/ 742573 h 742573"/>
              <a:gd name="connsiteX0" fmla="*/ 0 w 875114"/>
              <a:gd name="connsiteY0" fmla="*/ 742116 h 742116"/>
              <a:gd name="connsiteX1" fmla="*/ 384053 w 875114"/>
              <a:gd name="connsiteY1" fmla="*/ 739529 h 742116"/>
              <a:gd name="connsiteX2" fmla="*/ 875114 w 875114"/>
              <a:gd name="connsiteY2" fmla="*/ 78 h 742116"/>
              <a:gd name="connsiteX3" fmla="*/ 497243 w 875114"/>
              <a:gd name="connsiteY3" fmla="*/ 0 h 742116"/>
              <a:gd name="connsiteX4" fmla="*/ 0 w 875114"/>
              <a:gd name="connsiteY4" fmla="*/ 742116 h 742116"/>
              <a:gd name="connsiteX0" fmla="*/ 0 w 875114"/>
              <a:gd name="connsiteY0" fmla="*/ 742116 h 742116"/>
              <a:gd name="connsiteX1" fmla="*/ 384053 w 875114"/>
              <a:gd name="connsiteY1" fmla="*/ 741838 h 742116"/>
              <a:gd name="connsiteX2" fmla="*/ 875114 w 875114"/>
              <a:gd name="connsiteY2" fmla="*/ 78 h 742116"/>
              <a:gd name="connsiteX3" fmla="*/ 497243 w 875114"/>
              <a:gd name="connsiteY3" fmla="*/ 0 h 742116"/>
              <a:gd name="connsiteX4" fmla="*/ 0 w 875114"/>
              <a:gd name="connsiteY4" fmla="*/ 742116 h 7421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5114" h="742116">
                <a:moveTo>
                  <a:pt x="0" y="742116"/>
                </a:moveTo>
                <a:lnTo>
                  <a:pt x="384053" y="741838"/>
                </a:lnTo>
                <a:lnTo>
                  <a:pt x="875114" y="78"/>
                </a:lnTo>
                <a:lnTo>
                  <a:pt x="497243" y="0"/>
                </a:lnTo>
                <a:lnTo>
                  <a:pt x="0" y="742116"/>
                </a:lnTo>
                <a:close/>
              </a:path>
            </a:pathLst>
          </a:custGeom>
          <a:solidFill>
            <a:srgbClr val="44B0B1">
              <a:alpha val="24706"/>
            </a:srgbClr>
          </a:solidFill>
          <a:ln w="0" cap="flat">
            <a:noFill/>
            <a:prstDash val="solid"/>
            <a:miter/>
          </a:ln>
        </p:spPr>
        <p:txBody>
          <a:bodyPr rtlCol="0" anchor="ctr"/>
          <a:lstStyle/>
          <a:p>
            <a:endParaRPr lang="en-US">
              <a:latin typeface="Arial" panose="020B0604020202020204" pitchFamily="34" charset="0"/>
              <a:cs typeface="Arial" panose="020B0604020202020204" pitchFamily="34" charset="0"/>
              <a:sym typeface="Arial" panose="020B0604020202020204" pitchFamily="34" charset="0"/>
            </a:endParaRPr>
          </a:p>
        </p:txBody>
      </p:sp>
      <p:sp>
        <p:nvSpPr>
          <p:cNvPr id="11" name="Graphic 7">
            <a:extLst>
              <a:ext uri="{FF2B5EF4-FFF2-40B4-BE49-F238E27FC236}">
                <a16:creationId xmlns:a16="http://schemas.microsoft.com/office/drawing/2014/main" id="{A45D57EE-ADD2-0658-6837-C0327958060C}"/>
              </a:ext>
            </a:extLst>
          </p:cNvPr>
          <p:cNvSpPr/>
          <p:nvPr userDrawn="1"/>
        </p:nvSpPr>
        <p:spPr>
          <a:xfrm>
            <a:off x="4047145" y="1721"/>
            <a:ext cx="5095951" cy="5141779"/>
          </a:xfrm>
          <a:custGeom>
            <a:avLst/>
            <a:gdLst>
              <a:gd name="connsiteX0" fmla="*/ 0 w 2297456"/>
              <a:gd name="connsiteY0" fmla="*/ 3200783 h 3200783"/>
              <a:gd name="connsiteX1" fmla="*/ 996855 w 2297456"/>
              <a:gd name="connsiteY1" fmla="*/ 3200783 h 3200783"/>
              <a:gd name="connsiteX2" fmla="*/ 2297457 w 2297456"/>
              <a:gd name="connsiteY2" fmla="*/ 886908 h 3200783"/>
              <a:gd name="connsiteX3" fmla="*/ 1799030 w 2297456"/>
              <a:gd name="connsiteY3" fmla="*/ 0 h 3200783"/>
              <a:gd name="connsiteX4" fmla="*/ 0 w 2297456"/>
              <a:gd name="connsiteY4" fmla="*/ 3200783 h 3200783"/>
              <a:gd name="connsiteX0" fmla="*/ 0 w 1986254"/>
              <a:gd name="connsiteY0" fmla="*/ 3200783 h 3200783"/>
              <a:gd name="connsiteX1" fmla="*/ 996855 w 1986254"/>
              <a:gd name="connsiteY1" fmla="*/ 3200783 h 3200783"/>
              <a:gd name="connsiteX2" fmla="*/ 1986254 w 1986254"/>
              <a:gd name="connsiteY2" fmla="*/ 266510 h 3200783"/>
              <a:gd name="connsiteX3" fmla="*/ 1799030 w 1986254"/>
              <a:gd name="connsiteY3" fmla="*/ 0 h 3200783"/>
              <a:gd name="connsiteX4" fmla="*/ 0 w 1986254"/>
              <a:gd name="connsiteY4" fmla="*/ 3200783 h 3200783"/>
              <a:gd name="connsiteX0" fmla="*/ 0 w 1604323"/>
              <a:gd name="connsiteY0" fmla="*/ 1513457 h 3200783"/>
              <a:gd name="connsiteX1" fmla="*/ 614924 w 1604323"/>
              <a:gd name="connsiteY1" fmla="*/ 3200783 h 3200783"/>
              <a:gd name="connsiteX2" fmla="*/ 1604323 w 1604323"/>
              <a:gd name="connsiteY2" fmla="*/ 266510 h 3200783"/>
              <a:gd name="connsiteX3" fmla="*/ 1417099 w 1604323"/>
              <a:gd name="connsiteY3" fmla="*/ 0 h 3200783"/>
              <a:gd name="connsiteX4" fmla="*/ 0 w 1604323"/>
              <a:gd name="connsiteY4" fmla="*/ 1513457 h 3200783"/>
              <a:gd name="connsiteX0" fmla="*/ 0 w 1604323"/>
              <a:gd name="connsiteY0" fmla="*/ 1513457 h 1604343"/>
              <a:gd name="connsiteX1" fmla="*/ 737519 w 1604323"/>
              <a:gd name="connsiteY1" fmla="*/ 1604343 h 1604343"/>
              <a:gd name="connsiteX2" fmla="*/ 1604323 w 1604323"/>
              <a:gd name="connsiteY2" fmla="*/ 266510 h 1604343"/>
              <a:gd name="connsiteX3" fmla="*/ 1417099 w 1604323"/>
              <a:gd name="connsiteY3" fmla="*/ 0 h 1604343"/>
              <a:gd name="connsiteX4" fmla="*/ 0 w 1604323"/>
              <a:gd name="connsiteY4" fmla="*/ 1513457 h 1604343"/>
              <a:gd name="connsiteX0" fmla="*/ 0 w 906474"/>
              <a:gd name="connsiteY0" fmla="*/ 1059024 h 1604343"/>
              <a:gd name="connsiteX1" fmla="*/ 39670 w 906474"/>
              <a:gd name="connsiteY1" fmla="*/ 1604343 h 1604343"/>
              <a:gd name="connsiteX2" fmla="*/ 906474 w 906474"/>
              <a:gd name="connsiteY2" fmla="*/ 266510 h 1604343"/>
              <a:gd name="connsiteX3" fmla="*/ 719250 w 906474"/>
              <a:gd name="connsiteY3" fmla="*/ 0 h 1604343"/>
              <a:gd name="connsiteX4" fmla="*/ 0 w 906474"/>
              <a:gd name="connsiteY4" fmla="*/ 1059024 h 1604343"/>
              <a:gd name="connsiteX0" fmla="*/ 0 w 906474"/>
              <a:gd name="connsiteY0" fmla="*/ 1059024 h 1059024"/>
              <a:gd name="connsiteX1" fmla="*/ 393310 w 906474"/>
              <a:gd name="connsiteY1" fmla="*/ 1059024 h 1059024"/>
              <a:gd name="connsiteX2" fmla="*/ 906474 w 906474"/>
              <a:gd name="connsiteY2" fmla="*/ 266510 h 1059024"/>
              <a:gd name="connsiteX3" fmla="*/ 719250 w 906474"/>
              <a:gd name="connsiteY3" fmla="*/ 0 h 1059024"/>
              <a:gd name="connsiteX4" fmla="*/ 0 w 906474"/>
              <a:gd name="connsiteY4" fmla="*/ 1059024 h 1059024"/>
              <a:gd name="connsiteX0" fmla="*/ 0 w 906474"/>
              <a:gd name="connsiteY0" fmla="*/ 1059024 h 1059024"/>
              <a:gd name="connsiteX1" fmla="*/ 417999 w 906474"/>
              <a:gd name="connsiteY1" fmla="*/ 1012471 h 1059024"/>
              <a:gd name="connsiteX2" fmla="*/ 906474 w 906474"/>
              <a:gd name="connsiteY2" fmla="*/ 266510 h 1059024"/>
              <a:gd name="connsiteX3" fmla="*/ 719250 w 906474"/>
              <a:gd name="connsiteY3" fmla="*/ 0 h 1059024"/>
              <a:gd name="connsiteX4" fmla="*/ 0 w 906474"/>
              <a:gd name="connsiteY4" fmla="*/ 1059024 h 1059024"/>
              <a:gd name="connsiteX0" fmla="*/ 0 w 872528"/>
              <a:gd name="connsiteY0" fmla="*/ 1015058 h 1015058"/>
              <a:gd name="connsiteX1" fmla="*/ 384053 w 872528"/>
              <a:gd name="connsiteY1" fmla="*/ 1012471 h 1015058"/>
              <a:gd name="connsiteX2" fmla="*/ 872528 w 872528"/>
              <a:gd name="connsiteY2" fmla="*/ 266510 h 1015058"/>
              <a:gd name="connsiteX3" fmla="*/ 685304 w 872528"/>
              <a:gd name="connsiteY3" fmla="*/ 0 h 1015058"/>
              <a:gd name="connsiteX4" fmla="*/ 0 w 872528"/>
              <a:gd name="connsiteY4" fmla="*/ 1015058 h 1015058"/>
              <a:gd name="connsiteX0" fmla="*/ 0 w 875614"/>
              <a:gd name="connsiteY0" fmla="*/ 1015058 h 1015058"/>
              <a:gd name="connsiteX1" fmla="*/ 384053 w 875614"/>
              <a:gd name="connsiteY1" fmla="*/ 1012471 h 1015058"/>
              <a:gd name="connsiteX2" fmla="*/ 875614 w 875614"/>
              <a:gd name="connsiteY2" fmla="*/ 269097 h 1015058"/>
              <a:gd name="connsiteX3" fmla="*/ 685304 w 875614"/>
              <a:gd name="connsiteY3" fmla="*/ 0 h 1015058"/>
              <a:gd name="connsiteX4" fmla="*/ 0 w 875614"/>
              <a:gd name="connsiteY4" fmla="*/ 1015058 h 1015058"/>
              <a:gd name="connsiteX0" fmla="*/ 0 w 875614"/>
              <a:gd name="connsiteY0" fmla="*/ 745961 h 745961"/>
              <a:gd name="connsiteX1" fmla="*/ 384053 w 875614"/>
              <a:gd name="connsiteY1" fmla="*/ 743374 h 745961"/>
              <a:gd name="connsiteX2" fmla="*/ 875614 w 875614"/>
              <a:gd name="connsiteY2" fmla="*/ 0 h 745961"/>
              <a:gd name="connsiteX3" fmla="*/ 497607 w 875614"/>
              <a:gd name="connsiteY3" fmla="*/ 6434 h 745961"/>
              <a:gd name="connsiteX4" fmla="*/ 0 w 875614"/>
              <a:gd name="connsiteY4" fmla="*/ 745961 h 745961"/>
              <a:gd name="connsiteX0" fmla="*/ 0 w 874387"/>
              <a:gd name="connsiteY0" fmla="*/ 740820 h 740820"/>
              <a:gd name="connsiteX1" fmla="*/ 384053 w 874387"/>
              <a:gd name="connsiteY1" fmla="*/ 738233 h 740820"/>
              <a:gd name="connsiteX2" fmla="*/ 874387 w 874387"/>
              <a:gd name="connsiteY2" fmla="*/ 0 h 740820"/>
              <a:gd name="connsiteX3" fmla="*/ 497607 w 874387"/>
              <a:gd name="connsiteY3" fmla="*/ 1293 h 740820"/>
              <a:gd name="connsiteX4" fmla="*/ 0 w 874387"/>
              <a:gd name="connsiteY4" fmla="*/ 740820 h 740820"/>
              <a:gd name="connsiteX0" fmla="*/ 0 w 874387"/>
              <a:gd name="connsiteY0" fmla="*/ 742573 h 742573"/>
              <a:gd name="connsiteX1" fmla="*/ 384053 w 874387"/>
              <a:gd name="connsiteY1" fmla="*/ 739986 h 742573"/>
              <a:gd name="connsiteX2" fmla="*/ 874387 w 874387"/>
              <a:gd name="connsiteY2" fmla="*/ 1753 h 742573"/>
              <a:gd name="connsiteX3" fmla="*/ 498334 w 874387"/>
              <a:gd name="connsiteY3" fmla="*/ 0 h 742573"/>
              <a:gd name="connsiteX4" fmla="*/ 0 w 874387"/>
              <a:gd name="connsiteY4" fmla="*/ 742573 h 742573"/>
              <a:gd name="connsiteX0" fmla="*/ 0 w 875114"/>
              <a:gd name="connsiteY0" fmla="*/ 742573 h 742573"/>
              <a:gd name="connsiteX1" fmla="*/ 384053 w 875114"/>
              <a:gd name="connsiteY1" fmla="*/ 739986 h 742573"/>
              <a:gd name="connsiteX2" fmla="*/ 875114 w 875114"/>
              <a:gd name="connsiteY2" fmla="*/ 535 h 742573"/>
              <a:gd name="connsiteX3" fmla="*/ 498334 w 875114"/>
              <a:gd name="connsiteY3" fmla="*/ 0 h 742573"/>
              <a:gd name="connsiteX4" fmla="*/ 0 w 875114"/>
              <a:gd name="connsiteY4" fmla="*/ 742573 h 742573"/>
              <a:gd name="connsiteX0" fmla="*/ 0 w 875114"/>
              <a:gd name="connsiteY0" fmla="*/ 742116 h 742116"/>
              <a:gd name="connsiteX1" fmla="*/ 384053 w 875114"/>
              <a:gd name="connsiteY1" fmla="*/ 739529 h 742116"/>
              <a:gd name="connsiteX2" fmla="*/ 875114 w 875114"/>
              <a:gd name="connsiteY2" fmla="*/ 78 h 742116"/>
              <a:gd name="connsiteX3" fmla="*/ 497243 w 875114"/>
              <a:gd name="connsiteY3" fmla="*/ 0 h 742116"/>
              <a:gd name="connsiteX4" fmla="*/ 0 w 875114"/>
              <a:gd name="connsiteY4" fmla="*/ 742116 h 742116"/>
              <a:gd name="connsiteX0" fmla="*/ 0 w 875114"/>
              <a:gd name="connsiteY0" fmla="*/ 742116 h 742116"/>
              <a:gd name="connsiteX1" fmla="*/ 384053 w 875114"/>
              <a:gd name="connsiteY1" fmla="*/ 741838 h 742116"/>
              <a:gd name="connsiteX2" fmla="*/ 875114 w 875114"/>
              <a:gd name="connsiteY2" fmla="*/ 78 h 742116"/>
              <a:gd name="connsiteX3" fmla="*/ 497243 w 875114"/>
              <a:gd name="connsiteY3" fmla="*/ 0 h 742116"/>
              <a:gd name="connsiteX4" fmla="*/ 0 w 875114"/>
              <a:gd name="connsiteY4" fmla="*/ 742116 h 7421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5114" h="742116">
                <a:moveTo>
                  <a:pt x="0" y="742116"/>
                </a:moveTo>
                <a:lnTo>
                  <a:pt x="384053" y="741838"/>
                </a:lnTo>
                <a:lnTo>
                  <a:pt x="875114" y="78"/>
                </a:lnTo>
                <a:lnTo>
                  <a:pt x="497243" y="0"/>
                </a:lnTo>
                <a:lnTo>
                  <a:pt x="0" y="742116"/>
                </a:lnTo>
                <a:close/>
              </a:path>
            </a:pathLst>
          </a:custGeom>
          <a:solidFill>
            <a:srgbClr val="44B0B1">
              <a:alpha val="24706"/>
            </a:srgbClr>
          </a:solidFill>
          <a:ln w="0" cap="flat">
            <a:noFill/>
            <a:prstDash val="solid"/>
            <a:miter/>
          </a:ln>
        </p:spPr>
        <p:txBody>
          <a:bodyPr rtlCol="0" anchor="ctr"/>
          <a:lstStyle/>
          <a:p>
            <a:endParaRPr lang="en-US">
              <a:latin typeface="Arial" panose="020B0604020202020204" pitchFamily="34" charset="0"/>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2788920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_Light">
    <p:bg>
      <p:bgRef idx="1001">
        <a:schemeClr val="bg1"/>
      </p:bgRef>
    </p:bg>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E9313467-AAEB-47EA-872C-6D5E4A960399}"/>
              </a:ext>
            </a:extLst>
          </p:cNvPr>
          <p:cNvGraphicFramePr>
            <a:graphicFrameLocks noChangeAspect="1"/>
          </p:cNvGraphicFramePr>
          <p:nvPr userDrawn="1">
            <p:custDataLst>
              <p:tags r:id="rId1"/>
            </p:custDataLst>
            <p:extLst>
              <p:ext uri="{D42A27DB-BD31-4B8C-83A1-F6EECF244321}">
                <p14:modId xmlns:p14="http://schemas.microsoft.com/office/powerpoint/2010/main" val="4519926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8" name="Object 7" hidden="1">
                        <a:extLst>
                          <a:ext uri="{FF2B5EF4-FFF2-40B4-BE49-F238E27FC236}">
                            <a16:creationId xmlns:a16="http://schemas.microsoft.com/office/drawing/2014/main" id="{E9313467-AAEB-47EA-872C-6D5E4A96039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Graphic 7">
            <a:extLst>
              <a:ext uri="{FF2B5EF4-FFF2-40B4-BE49-F238E27FC236}">
                <a16:creationId xmlns:a16="http://schemas.microsoft.com/office/drawing/2014/main" id="{6ADD2E3F-2508-5A49-6003-1F643541960B}"/>
              </a:ext>
            </a:extLst>
          </p:cNvPr>
          <p:cNvSpPr/>
          <p:nvPr userDrawn="1"/>
        </p:nvSpPr>
        <p:spPr>
          <a:xfrm>
            <a:off x="3590000" y="-7841"/>
            <a:ext cx="5095951" cy="5166144"/>
          </a:xfrm>
          <a:custGeom>
            <a:avLst/>
            <a:gdLst>
              <a:gd name="connsiteX0" fmla="*/ 0 w 2297456"/>
              <a:gd name="connsiteY0" fmla="*/ 3200783 h 3200783"/>
              <a:gd name="connsiteX1" fmla="*/ 996855 w 2297456"/>
              <a:gd name="connsiteY1" fmla="*/ 3200783 h 3200783"/>
              <a:gd name="connsiteX2" fmla="*/ 2297457 w 2297456"/>
              <a:gd name="connsiteY2" fmla="*/ 886908 h 3200783"/>
              <a:gd name="connsiteX3" fmla="*/ 1799030 w 2297456"/>
              <a:gd name="connsiteY3" fmla="*/ 0 h 3200783"/>
              <a:gd name="connsiteX4" fmla="*/ 0 w 2297456"/>
              <a:gd name="connsiteY4" fmla="*/ 3200783 h 3200783"/>
              <a:gd name="connsiteX0" fmla="*/ 0 w 1986254"/>
              <a:gd name="connsiteY0" fmla="*/ 3200783 h 3200783"/>
              <a:gd name="connsiteX1" fmla="*/ 996855 w 1986254"/>
              <a:gd name="connsiteY1" fmla="*/ 3200783 h 3200783"/>
              <a:gd name="connsiteX2" fmla="*/ 1986254 w 1986254"/>
              <a:gd name="connsiteY2" fmla="*/ 266510 h 3200783"/>
              <a:gd name="connsiteX3" fmla="*/ 1799030 w 1986254"/>
              <a:gd name="connsiteY3" fmla="*/ 0 h 3200783"/>
              <a:gd name="connsiteX4" fmla="*/ 0 w 1986254"/>
              <a:gd name="connsiteY4" fmla="*/ 3200783 h 3200783"/>
              <a:gd name="connsiteX0" fmla="*/ 0 w 1604323"/>
              <a:gd name="connsiteY0" fmla="*/ 1513457 h 3200783"/>
              <a:gd name="connsiteX1" fmla="*/ 614924 w 1604323"/>
              <a:gd name="connsiteY1" fmla="*/ 3200783 h 3200783"/>
              <a:gd name="connsiteX2" fmla="*/ 1604323 w 1604323"/>
              <a:gd name="connsiteY2" fmla="*/ 266510 h 3200783"/>
              <a:gd name="connsiteX3" fmla="*/ 1417099 w 1604323"/>
              <a:gd name="connsiteY3" fmla="*/ 0 h 3200783"/>
              <a:gd name="connsiteX4" fmla="*/ 0 w 1604323"/>
              <a:gd name="connsiteY4" fmla="*/ 1513457 h 3200783"/>
              <a:gd name="connsiteX0" fmla="*/ 0 w 1604323"/>
              <a:gd name="connsiteY0" fmla="*/ 1513457 h 1604343"/>
              <a:gd name="connsiteX1" fmla="*/ 737519 w 1604323"/>
              <a:gd name="connsiteY1" fmla="*/ 1604343 h 1604343"/>
              <a:gd name="connsiteX2" fmla="*/ 1604323 w 1604323"/>
              <a:gd name="connsiteY2" fmla="*/ 266510 h 1604343"/>
              <a:gd name="connsiteX3" fmla="*/ 1417099 w 1604323"/>
              <a:gd name="connsiteY3" fmla="*/ 0 h 1604343"/>
              <a:gd name="connsiteX4" fmla="*/ 0 w 1604323"/>
              <a:gd name="connsiteY4" fmla="*/ 1513457 h 1604343"/>
              <a:gd name="connsiteX0" fmla="*/ 0 w 906474"/>
              <a:gd name="connsiteY0" fmla="*/ 1059024 h 1604343"/>
              <a:gd name="connsiteX1" fmla="*/ 39670 w 906474"/>
              <a:gd name="connsiteY1" fmla="*/ 1604343 h 1604343"/>
              <a:gd name="connsiteX2" fmla="*/ 906474 w 906474"/>
              <a:gd name="connsiteY2" fmla="*/ 266510 h 1604343"/>
              <a:gd name="connsiteX3" fmla="*/ 719250 w 906474"/>
              <a:gd name="connsiteY3" fmla="*/ 0 h 1604343"/>
              <a:gd name="connsiteX4" fmla="*/ 0 w 906474"/>
              <a:gd name="connsiteY4" fmla="*/ 1059024 h 1604343"/>
              <a:gd name="connsiteX0" fmla="*/ 0 w 906474"/>
              <a:gd name="connsiteY0" fmla="*/ 1059024 h 1059024"/>
              <a:gd name="connsiteX1" fmla="*/ 393310 w 906474"/>
              <a:gd name="connsiteY1" fmla="*/ 1059024 h 1059024"/>
              <a:gd name="connsiteX2" fmla="*/ 906474 w 906474"/>
              <a:gd name="connsiteY2" fmla="*/ 266510 h 1059024"/>
              <a:gd name="connsiteX3" fmla="*/ 719250 w 906474"/>
              <a:gd name="connsiteY3" fmla="*/ 0 h 1059024"/>
              <a:gd name="connsiteX4" fmla="*/ 0 w 906474"/>
              <a:gd name="connsiteY4" fmla="*/ 1059024 h 1059024"/>
              <a:gd name="connsiteX0" fmla="*/ 0 w 906474"/>
              <a:gd name="connsiteY0" fmla="*/ 1059024 h 1059024"/>
              <a:gd name="connsiteX1" fmla="*/ 417999 w 906474"/>
              <a:gd name="connsiteY1" fmla="*/ 1012471 h 1059024"/>
              <a:gd name="connsiteX2" fmla="*/ 906474 w 906474"/>
              <a:gd name="connsiteY2" fmla="*/ 266510 h 1059024"/>
              <a:gd name="connsiteX3" fmla="*/ 719250 w 906474"/>
              <a:gd name="connsiteY3" fmla="*/ 0 h 1059024"/>
              <a:gd name="connsiteX4" fmla="*/ 0 w 906474"/>
              <a:gd name="connsiteY4" fmla="*/ 1059024 h 1059024"/>
              <a:gd name="connsiteX0" fmla="*/ 0 w 872528"/>
              <a:gd name="connsiteY0" fmla="*/ 1015058 h 1015058"/>
              <a:gd name="connsiteX1" fmla="*/ 384053 w 872528"/>
              <a:gd name="connsiteY1" fmla="*/ 1012471 h 1015058"/>
              <a:gd name="connsiteX2" fmla="*/ 872528 w 872528"/>
              <a:gd name="connsiteY2" fmla="*/ 266510 h 1015058"/>
              <a:gd name="connsiteX3" fmla="*/ 685304 w 872528"/>
              <a:gd name="connsiteY3" fmla="*/ 0 h 1015058"/>
              <a:gd name="connsiteX4" fmla="*/ 0 w 872528"/>
              <a:gd name="connsiteY4" fmla="*/ 1015058 h 1015058"/>
              <a:gd name="connsiteX0" fmla="*/ 0 w 875614"/>
              <a:gd name="connsiteY0" fmla="*/ 1015058 h 1015058"/>
              <a:gd name="connsiteX1" fmla="*/ 384053 w 875614"/>
              <a:gd name="connsiteY1" fmla="*/ 1012471 h 1015058"/>
              <a:gd name="connsiteX2" fmla="*/ 875614 w 875614"/>
              <a:gd name="connsiteY2" fmla="*/ 269097 h 1015058"/>
              <a:gd name="connsiteX3" fmla="*/ 685304 w 875614"/>
              <a:gd name="connsiteY3" fmla="*/ 0 h 1015058"/>
              <a:gd name="connsiteX4" fmla="*/ 0 w 875614"/>
              <a:gd name="connsiteY4" fmla="*/ 1015058 h 1015058"/>
              <a:gd name="connsiteX0" fmla="*/ 0 w 875614"/>
              <a:gd name="connsiteY0" fmla="*/ 745961 h 745961"/>
              <a:gd name="connsiteX1" fmla="*/ 384053 w 875614"/>
              <a:gd name="connsiteY1" fmla="*/ 743374 h 745961"/>
              <a:gd name="connsiteX2" fmla="*/ 875614 w 875614"/>
              <a:gd name="connsiteY2" fmla="*/ 0 h 745961"/>
              <a:gd name="connsiteX3" fmla="*/ 497607 w 875614"/>
              <a:gd name="connsiteY3" fmla="*/ 6434 h 745961"/>
              <a:gd name="connsiteX4" fmla="*/ 0 w 875614"/>
              <a:gd name="connsiteY4" fmla="*/ 745961 h 745961"/>
              <a:gd name="connsiteX0" fmla="*/ 0 w 874387"/>
              <a:gd name="connsiteY0" fmla="*/ 740820 h 740820"/>
              <a:gd name="connsiteX1" fmla="*/ 384053 w 874387"/>
              <a:gd name="connsiteY1" fmla="*/ 738233 h 740820"/>
              <a:gd name="connsiteX2" fmla="*/ 874387 w 874387"/>
              <a:gd name="connsiteY2" fmla="*/ 0 h 740820"/>
              <a:gd name="connsiteX3" fmla="*/ 497607 w 874387"/>
              <a:gd name="connsiteY3" fmla="*/ 1293 h 740820"/>
              <a:gd name="connsiteX4" fmla="*/ 0 w 874387"/>
              <a:gd name="connsiteY4" fmla="*/ 740820 h 740820"/>
              <a:gd name="connsiteX0" fmla="*/ 0 w 874387"/>
              <a:gd name="connsiteY0" fmla="*/ 742573 h 742573"/>
              <a:gd name="connsiteX1" fmla="*/ 384053 w 874387"/>
              <a:gd name="connsiteY1" fmla="*/ 739986 h 742573"/>
              <a:gd name="connsiteX2" fmla="*/ 874387 w 874387"/>
              <a:gd name="connsiteY2" fmla="*/ 1753 h 742573"/>
              <a:gd name="connsiteX3" fmla="*/ 498334 w 874387"/>
              <a:gd name="connsiteY3" fmla="*/ 0 h 742573"/>
              <a:gd name="connsiteX4" fmla="*/ 0 w 874387"/>
              <a:gd name="connsiteY4" fmla="*/ 742573 h 742573"/>
              <a:gd name="connsiteX0" fmla="*/ 0 w 875114"/>
              <a:gd name="connsiteY0" fmla="*/ 742573 h 742573"/>
              <a:gd name="connsiteX1" fmla="*/ 384053 w 875114"/>
              <a:gd name="connsiteY1" fmla="*/ 739986 h 742573"/>
              <a:gd name="connsiteX2" fmla="*/ 875114 w 875114"/>
              <a:gd name="connsiteY2" fmla="*/ 535 h 742573"/>
              <a:gd name="connsiteX3" fmla="*/ 498334 w 875114"/>
              <a:gd name="connsiteY3" fmla="*/ 0 h 742573"/>
              <a:gd name="connsiteX4" fmla="*/ 0 w 875114"/>
              <a:gd name="connsiteY4" fmla="*/ 742573 h 742573"/>
              <a:gd name="connsiteX0" fmla="*/ 0 w 875114"/>
              <a:gd name="connsiteY0" fmla="*/ 742116 h 742116"/>
              <a:gd name="connsiteX1" fmla="*/ 384053 w 875114"/>
              <a:gd name="connsiteY1" fmla="*/ 739529 h 742116"/>
              <a:gd name="connsiteX2" fmla="*/ 875114 w 875114"/>
              <a:gd name="connsiteY2" fmla="*/ 78 h 742116"/>
              <a:gd name="connsiteX3" fmla="*/ 497243 w 875114"/>
              <a:gd name="connsiteY3" fmla="*/ 0 h 742116"/>
              <a:gd name="connsiteX4" fmla="*/ 0 w 875114"/>
              <a:gd name="connsiteY4" fmla="*/ 742116 h 742116"/>
              <a:gd name="connsiteX0" fmla="*/ 0 w 875114"/>
              <a:gd name="connsiteY0" fmla="*/ 742116 h 742116"/>
              <a:gd name="connsiteX1" fmla="*/ 384053 w 875114"/>
              <a:gd name="connsiteY1" fmla="*/ 741838 h 742116"/>
              <a:gd name="connsiteX2" fmla="*/ 875114 w 875114"/>
              <a:gd name="connsiteY2" fmla="*/ 78 h 742116"/>
              <a:gd name="connsiteX3" fmla="*/ 497243 w 875114"/>
              <a:gd name="connsiteY3" fmla="*/ 0 h 742116"/>
              <a:gd name="connsiteX4" fmla="*/ 0 w 875114"/>
              <a:gd name="connsiteY4" fmla="*/ 742116 h 7421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5114" h="742116">
                <a:moveTo>
                  <a:pt x="0" y="742116"/>
                </a:moveTo>
                <a:lnTo>
                  <a:pt x="384053" y="741838"/>
                </a:lnTo>
                <a:lnTo>
                  <a:pt x="875114" y="78"/>
                </a:lnTo>
                <a:lnTo>
                  <a:pt x="497243" y="0"/>
                </a:lnTo>
                <a:lnTo>
                  <a:pt x="0" y="742116"/>
                </a:lnTo>
                <a:close/>
              </a:path>
            </a:pathLst>
          </a:custGeom>
          <a:solidFill>
            <a:srgbClr val="44B0B1">
              <a:alpha val="40000"/>
            </a:srgbClr>
          </a:solidFill>
          <a:ln w="0" cap="flat">
            <a:noFill/>
            <a:prstDash val="solid"/>
            <a:miter/>
          </a:ln>
        </p:spPr>
        <p:txBody>
          <a:bodyPr rtlCol="0" anchor="ctr"/>
          <a:lstStyle/>
          <a:p>
            <a:endParaRPr lang="en-US">
              <a:latin typeface="Arial" panose="020B0604020202020204" pitchFamily="34" charset="0"/>
              <a:cs typeface="Arial" panose="020B0604020202020204" pitchFamily="34" charset="0"/>
              <a:sym typeface="Arial" panose="020B0604020202020204" pitchFamily="34" charset="0"/>
            </a:endParaRPr>
          </a:p>
        </p:txBody>
      </p:sp>
      <p:sp>
        <p:nvSpPr>
          <p:cNvPr id="11" name="Graphic 7">
            <a:extLst>
              <a:ext uri="{FF2B5EF4-FFF2-40B4-BE49-F238E27FC236}">
                <a16:creationId xmlns:a16="http://schemas.microsoft.com/office/drawing/2014/main" id="{A45D57EE-ADD2-0658-6837-C0327958060C}"/>
              </a:ext>
            </a:extLst>
          </p:cNvPr>
          <p:cNvSpPr/>
          <p:nvPr userDrawn="1"/>
        </p:nvSpPr>
        <p:spPr>
          <a:xfrm>
            <a:off x="4047145" y="1721"/>
            <a:ext cx="5095951" cy="5156582"/>
          </a:xfrm>
          <a:custGeom>
            <a:avLst/>
            <a:gdLst>
              <a:gd name="connsiteX0" fmla="*/ 0 w 2297456"/>
              <a:gd name="connsiteY0" fmla="*/ 3200783 h 3200783"/>
              <a:gd name="connsiteX1" fmla="*/ 996855 w 2297456"/>
              <a:gd name="connsiteY1" fmla="*/ 3200783 h 3200783"/>
              <a:gd name="connsiteX2" fmla="*/ 2297457 w 2297456"/>
              <a:gd name="connsiteY2" fmla="*/ 886908 h 3200783"/>
              <a:gd name="connsiteX3" fmla="*/ 1799030 w 2297456"/>
              <a:gd name="connsiteY3" fmla="*/ 0 h 3200783"/>
              <a:gd name="connsiteX4" fmla="*/ 0 w 2297456"/>
              <a:gd name="connsiteY4" fmla="*/ 3200783 h 3200783"/>
              <a:gd name="connsiteX0" fmla="*/ 0 w 1986254"/>
              <a:gd name="connsiteY0" fmla="*/ 3200783 h 3200783"/>
              <a:gd name="connsiteX1" fmla="*/ 996855 w 1986254"/>
              <a:gd name="connsiteY1" fmla="*/ 3200783 h 3200783"/>
              <a:gd name="connsiteX2" fmla="*/ 1986254 w 1986254"/>
              <a:gd name="connsiteY2" fmla="*/ 266510 h 3200783"/>
              <a:gd name="connsiteX3" fmla="*/ 1799030 w 1986254"/>
              <a:gd name="connsiteY3" fmla="*/ 0 h 3200783"/>
              <a:gd name="connsiteX4" fmla="*/ 0 w 1986254"/>
              <a:gd name="connsiteY4" fmla="*/ 3200783 h 3200783"/>
              <a:gd name="connsiteX0" fmla="*/ 0 w 1604323"/>
              <a:gd name="connsiteY0" fmla="*/ 1513457 h 3200783"/>
              <a:gd name="connsiteX1" fmla="*/ 614924 w 1604323"/>
              <a:gd name="connsiteY1" fmla="*/ 3200783 h 3200783"/>
              <a:gd name="connsiteX2" fmla="*/ 1604323 w 1604323"/>
              <a:gd name="connsiteY2" fmla="*/ 266510 h 3200783"/>
              <a:gd name="connsiteX3" fmla="*/ 1417099 w 1604323"/>
              <a:gd name="connsiteY3" fmla="*/ 0 h 3200783"/>
              <a:gd name="connsiteX4" fmla="*/ 0 w 1604323"/>
              <a:gd name="connsiteY4" fmla="*/ 1513457 h 3200783"/>
              <a:gd name="connsiteX0" fmla="*/ 0 w 1604323"/>
              <a:gd name="connsiteY0" fmla="*/ 1513457 h 1604343"/>
              <a:gd name="connsiteX1" fmla="*/ 737519 w 1604323"/>
              <a:gd name="connsiteY1" fmla="*/ 1604343 h 1604343"/>
              <a:gd name="connsiteX2" fmla="*/ 1604323 w 1604323"/>
              <a:gd name="connsiteY2" fmla="*/ 266510 h 1604343"/>
              <a:gd name="connsiteX3" fmla="*/ 1417099 w 1604323"/>
              <a:gd name="connsiteY3" fmla="*/ 0 h 1604343"/>
              <a:gd name="connsiteX4" fmla="*/ 0 w 1604323"/>
              <a:gd name="connsiteY4" fmla="*/ 1513457 h 1604343"/>
              <a:gd name="connsiteX0" fmla="*/ 0 w 906474"/>
              <a:gd name="connsiteY0" fmla="*/ 1059024 h 1604343"/>
              <a:gd name="connsiteX1" fmla="*/ 39670 w 906474"/>
              <a:gd name="connsiteY1" fmla="*/ 1604343 h 1604343"/>
              <a:gd name="connsiteX2" fmla="*/ 906474 w 906474"/>
              <a:gd name="connsiteY2" fmla="*/ 266510 h 1604343"/>
              <a:gd name="connsiteX3" fmla="*/ 719250 w 906474"/>
              <a:gd name="connsiteY3" fmla="*/ 0 h 1604343"/>
              <a:gd name="connsiteX4" fmla="*/ 0 w 906474"/>
              <a:gd name="connsiteY4" fmla="*/ 1059024 h 1604343"/>
              <a:gd name="connsiteX0" fmla="*/ 0 w 906474"/>
              <a:gd name="connsiteY0" fmla="*/ 1059024 h 1059024"/>
              <a:gd name="connsiteX1" fmla="*/ 393310 w 906474"/>
              <a:gd name="connsiteY1" fmla="*/ 1059024 h 1059024"/>
              <a:gd name="connsiteX2" fmla="*/ 906474 w 906474"/>
              <a:gd name="connsiteY2" fmla="*/ 266510 h 1059024"/>
              <a:gd name="connsiteX3" fmla="*/ 719250 w 906474"/>
              <a:gd name="connsiteY3" fmla="*/ 0 h 1059024"/>
              <a:gd name="connsiteX4" fmla="*/ 0 w 906474"/>
              <a:gd name="connsiteY4" fmla="*/ 1059024 h 1059024"/>
              <a:gd name="connsiteX0" fmla="*/ 0 w 906474"/>
              <a:gd name="connsiteY0" fmla="*/ 1059024 h 1059024"/>
              <a:gd name="connsiteX1" fmla="*/ 417999 w 906474"/>
              <a:gd name="connsiteY1" fmla="*/ 1012471 h 1059024"/>
              <a:gd name="connsiteX2" fmla="*/ 906474 w 906474"/>
              <a:gd name="connsiteY2" fmla="*/ 266510 h 1059024"/>
              <a:gd name="connsiteX3" fmla="*/ 719250 w 906474"/>
              <a:gd name="connsiteY3" fmla="*/ 0 h 1059024"/>
              <a:gd name="connsiteX4" fmla="*/ 0 w 906474"/>
              <a:gd name="connsiteY4" fmla="*/ 1059024 h 1059024"/>
              <a:gd name="connsiteX0" fmla="*/ 0 w 872528"/>
              <a:gd name="connsiteY0" fmla="*/ 1015058 h 1015058"/>
              <a:gd name="connsiteX1" fmla="*/ 384053 w 872528"/>
              <a:gd name="connsiteY1" fmla="*/ 1012471 h 1015058"/>
              <a:gd name="connsiteX2" fmla="*/ 872528 w 872528"/>
              <a:gd name="connsiteY2" fmla="*/ 266510 h 1015058"/>
              <a:gd name="connsiteX3" fmla="*/ 685304 w 872528"/>
              <a:gd name="connsiteY3" fmla="*/ 0 h 1015058"/>
              <a:gd name="connsiteX4" fmla="*/ 0 w 872528"/>
              <a:gd name="connsiteY4" fmla="*/ 1015058 h 1015058"/>
              <a:gd name="connsiteX0" fmla="*/ 0 w 875614"/>
              <a:gd name="connsiteY0" fmla="*/ 1015058 h 1015058"/>
              <a:gd name="connsiteX1" fmla="*/ 384053 w 875614"/>
              <a:gd name="connsiteY1" fmla="*/ 1012471 h 1015058"/>
              <a:gd name="connsiteX2" fmla="*/ 875614 w 875614"/>
              <a:gd name="connsiteY2" fmla="*/ 269097 h 1015058"/>
              <a:gd name="connsiteX3" fmla="*/ 685304 w 875614"/>
              <a:gd name="connsiteY3" fmla="*/ 0 h 1015058"/>
              <a:gd name="connsiteX4" fmla="*/ 0 w 875614"/>
              <a:gd name="connsiteY4" fmla="*/ 1015058 h 1015058"/>
              <a:gd name="connsiteX0" fmla="*/ 0 w 875614"/>
              <a:gd name="connsiteY0" fmla="*/ 745961 h 745961"/>
              <a:gd name="connsiteX1" fmla="*/ 384053 w 875614"/>
              <a:gd name="connsiteY1" fmla="*/ 743374 h 745961"/>
              <a:gd name="connsiteX2" fmla="*/ 875614 w 875614"/>
              <a:gd name="connsiteY2" fmla="*/ 0 h 745961"/>
              <a:gd name="connsiteX3" fmla="*/ 497607 w 875614"/>
              <a:gd name="connsiteY3" fmla="*/ 6434 h 745961"/>
              <a:gd name="connsiteX4" fmla="*/ 0 w 875614"/>
              <a:gd name="connsiteY4" fmla="*/ 745961 h 745961"/>
              <a:gd name="connsiteX0" fmla="*/ 0 w 874387"/>
              <a:gd name="connsiteY0" fmla="*/ 740820 h 740820"/>
              <a:gd name="connsiteX1" fmla="*/ 384053 w 874387"/>
              <a:gd name="connsiteY1" fmla="*/ 738233 h 740820"/>
              <a:gd name="connsiteX2" fmla="*/ 874387 w 874387"/>
              <a:gd name="connsiteY2" fmla="*/ 0 h 740820"/>
              <a:gd name="connsiteX3" fmla="*/ 497607 w 874387"/>
              <a:gd name="connsiteY3" fmla="*/ 1293 h 740820"/>
              <a:gd name="connsiteX4" fmla="*/ 0 w 874387"/>
              <a:gd name="connsiteY4" fmla="*/ 740820 h 740820"/>
              <a:gd name="connsiteX0" fmla="*/ 0 w 874387"/>
              <a:gd name="connsiteY0" fmla="*/ 742573 h 742573"/>
              <a:gd name="connsiteX1" fmla="*/ 384053 w 874387"/>
              <a:gd name="connsiteY1" fmla="*/ 739986 h 742573"/>
              <a:gd name="connsiteX2" fmla="*/ 874387 w 874387"/>
              <a:gd name="connsiteY2" fmla="*/ 1753 h 742573"/>
              <a:gd name="connsiteX3" fmla="*/ 498334 w 874387"/>
              <a:gd name="connsiteY3" fmla="*/ 0 h 742573"/>
              <a:gd name="connsiteX4" fmla="*/ 0 w 874387"/>
              <a:gd name="connsiteY4" fmla="*/ 742573 h 742573"/>
              <a:gd name="connsiteX0" fmla="*/ 0 w 875114"/>
              <a:gd name="connsiteY0" fmla="*/ 742573 h 742573"/>
              <a:gd name="connsiteX1" fmla="*/ 384053 w 875114"/>
              <a:gd name="connsiteY1" fmla="*/ 739986 h 742573"/>
              <a:gd name="connsiteX2" fmla="*/ 875114 w 875114"/>
              <a:gd name="connsiteY2" fmla="*/ 535 h 742573"/>
              <a:gd name="connsiteX3" fmla="*/ 498334 w 875114"/>
              <a:gd name="connsiteY3" fmla="*/ 0 h 742573"/>
              <a:gd name="connsiteX4" fmla="*/ 0 w 875114"/>
              <a:gd name="connsiteY4" fmla="*/ 742573 h 742573"/>
              <a:gd name="connsiteX0" fmla="*/ 0 w 875114"/>
              <a:gd name="connsiteY0" fmla="*/ 742116 h 742116"/>
              <a:gd name="connsiteX1" fmla="*/ 384053 w 875114"/>
              <a:gd name="connsiteY1" fmla="*/ 739529 h 742116"/>
              <a:gd name="connsiteX2" fmla="*/ 875114 w 875114"/>
              <a:gd name="connsiteY2" fmla="*/ 78 h 742116"/>
              <a:gd name="connsiteX3" fmla="*/ 497243 w 875114"/>
              <a:gd name="connsiteY3" fmla="*/ 0 h 742116"/>
              <a:gd name="connsiteX4" fmla="*/ 0 w 875114"/>
              <a:gd name="connsiteY4" fmla="*/ 742116 h 742116"/>
              <a:gd name="connsiteX0" fmla="*/ 0 w 875114"/>
              <a:gd name="connsiteY0" fmla="*/ 742116 h 742116"/>
              <a:gd name="connsiteX1" fmla="*/ 384053 w 875114"/>
              <a:gd name="connsiteY1" fmla="*/ 741838 h 742116"/>
              <a:gd name="connsiteX2" fmla="*/ 875114 w 875114"/>
              <a:gd name="connsiteY2" fmla="*/ 78 h 742116"/>
              <a:gd name="connsiteX3" fmla="*/ 497243 w 875114"/>
              <a:gd name="connsiteY3" fmla="*/ 0 h 742116"/>
              <a:gd name="connsiteX4" fmla="*/ 0 w 875114"/>
              <a:gd name="connsiteY4" fmla="*/ 742116 h 7421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5114" h="742116">
                <a:moveTo>
                  <a:pt x="0" y="742116"/>
                </a:moveTo>
                <a:lnTo>
                  <a:pt x="384053" y="741838"/>
                </a:lnTo>
                <a:lnTo>
                  <a:pt x="875114" y="78"/>
                </a:lnTo>
                <a:lnTo>
                  <a:pt x="497243" y="0"/>
                </a:lnTo>
                <a:lnTo>
                  <a:pt x="0" y="742116"/>
                </a:lnTo>
                <a:close/>
              </a:path>
            </a:pathLst>
          </a:custGeom>
          <a:solidFill>
            <a:srgbClr val="44B0B1">
              <a:alpha val="40000"/>
            </a:srgbClr>
          </a:solidFill>
          <a:ln w="0" cap="flat">
            <a:noFill/>
            <a:prstDash val="solid"/>
            <a:miter/>
          </a:ln>
        </p:spPr>
        <p:txBody>
          <a:bodyPr rtlCol="0" anchor="ctr"/>
          <a:lstStyle/>
          <a:p>
            <a:endParaRPr lang="en-US">
              <a:latin typeface="Arial" panose="020B0604020202020204" pitchFamily="34" charset="0"/>
              <a:cs typeface="Arial" panose="020B0604020202020204" pitchFamily="34" charset="0"/>
              <a:sym typeface="Arial" panose="020B0604020202020204" pitchFamily="34" charset="0"/>
            </a:endParaRPr>
          </a:p>
        </p:txBody>
      </p:sp>
      <p:pic>
        <p:nvPicPr>
          <p:cNvPr id="3" name="Graphic 2">
            <a:extLst>
              <a:ext uri="{FF2B5EF4-FFF2-40B4-BE49-F238E27FC236}">
                <a16:creationId xmlns:a16="http://schemas.microsoft.com/office/drawing/2014/main" id="{6A469C7F-6EA6-6E39-4FE3-ECCB5966A3A8}"/>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483750" y="3739631"/>
            <a:ext cx="1725990" cy="389149"/>
          </a:xfrm>
          <a:prstGeom prst="rect">
            <a:avLst/>
          </a:prstGeom>
        </p:spPr>
      </p:pic>
      <p:sp>
        <p:nvSpPr>
          <p:cNvPr id="2" name="Graphic 7">
            <a:extLst>
              <a:ext uri="{FF2B5EF4-FFF2-40B4-BE49-F238E27FC236}">
                <a16:creationId xmlns:a16="http://schemas.microsoft.com/office/drawing/2014/main" id="{B41EB870-7E27-7226-F82E-06FE73EB2650}"/>
              </a:ext>
            </a:extLst>
          </p:cNvPr>
          <p:cNvSpPr/>
          <p:nvPr userDrawn="1"/>
        </p:nvSpPr>
        <p:spPr>
          <a:xfrm>
            <a:off x="4519989" y="-440"/>
            <a:ext cx="5095951" cy="5141779"/>
          </a:xfrm>
          <a:custGeom>
            <a:avLst/>
            <a:gdLst>
              <a:gd name="connsiteX0" fmla="*/ 0 w 2297456"/>
              <a:gd name="connsiteY0" fmla="*/ 3200783 h 3200783"/>
              <a:gd name="connsiteX1" fmla="*/ 996855 w 2297456"/>
              <a:gd name="connsiteY1" fmla="*/ 3200783 h 3200783"/>
              <a:gd name="connsiteX2" fmla="*/ 2297457 w 2297456"/>
              <a:gd name="connsiteY2" fmla="*/ 886908 h 3200783"/>
              <a:gd name="connsiteX3" fmla="*/ 1799030 w 2297456"/>
              <a:gd name="connsiteY3" fmla="*/ 0 h 3200783"/>
              <a:gd name="connsiteX4" fmla="*/ 0 w 2297456"/>
              <a:gd name="connsiteY4" fmla="*/ 3200783 h 3200783"/>
              <a:gd name="connsiteX0" fmla="*/ 0 w 1986254"/>
              <a:gd name="connsiteY0" fmla="*/ 3200783 h 3200783"/>
              <a:gd name="connsiteX1" fmla="*/ 996855 w 1986254"/>
              <a:gd name="connsiteY1" fmla="*/ 3200783 h 3200783"/>
              <a:gd name="connsiteX2" fmla="*/ 1986254 w 1986254"/>
              <a:gd name="connsiteY2" fmla="*/ 266510 h 3200783"/>
              <a:gd name="connsiteX3" fmla="*/ 1799030 w 1986254"/>
              <a:gd name="connsiteY3" fmla="*/ 0 h 3200783"/>
              <a:gd name="connsiteX4" fmla="*/ 0 w 1986254"/>
              <a:gd name="connsiteY4" fmla="*/ 3200783 h 3200783"/>
              <a:gd name="connsiteX0" fmla="*/ 0 w 1604323"/>
              <a:gd name="connsiteY0" fmla="*/ 1513457 h 3200783"/>
              <a:gd name="connsiteX1" fmla="*/ 614924 w 1604323"/>
              <a:gd name="connsiteY1" fmla="*/ 3200783 h 3200783"/>
              <a:gd name="connsiteX2" fmla="*/ 1604323 w 1604323"/>
              <a:gd name="connsiteY2" fmla="*/ 266510 h 3200783"/>
              <a:gd name="connsiteX3" fmla="*/ 1417099 w 1604323"/>
              <a:gd name="connsiteY3" fmla="*/ 0 h 3200783"/>
              <a:gd name="connsiteX4" fmla="*/ 0 w 1604323"/>
              <a:gd name="connsiteY4" fmla="*/ 1513457 h 3200783"/>
              <a:gd name="connsiteX0" fmla="*/ 0 w 1604323"/>
              <a:gd name="connsiteY0" fmla="*/ 1513457 h 1604343"/>
              <a:gd name="connsiteX1" fmla="*/ 737519 w 1604323"/>
              <a:gd name="connsiteY1" fmla="*/ 1604343 h 1604343"/>
              <a:gd name="connsiteX2" fmla="*/ 1604323 w 1604323"/>
              <a:gd name="connsiteY2" fmla="*/ 266510 h 1604343"/>
              <a:gd name="connsiteX3" fmla="*/ 1417099 w 1604323"/>
              <a:gd name="connsiteY3" fmla="*/ 0 h 1604343"/>
              <a:gd name="connsiteX4" fmla="*/ 0 w 1604323"/>
              <a:gd name="connsiteY4" fmla="*/ 1513457 h 1604343"/>
              <a:gd name="connsiteX0" fmla="*/ 0 w 906474"/>
              <a:gd name="connsiteY0" fmla="*/ 1059024 h 1604343"/>
              <a:gd name="connsiteX1" fmla="*/ 39670 w 906474"/>
              <a:gd name="connsiteY1" fmla="*/ 1604343 h 1604343"/>
              <a:gd name="connsiteX2" fmla="*/ 906474 w 906474"/>
              <a:gd name="connsiteY2" fmla="*/ 266510 h 1604343"/>
              <a:gd name="connsiteX3" fmla="*/ 719250 w 906474"/>
              <a:gd name="connsiteY3" fmla="*/ 0 h 1604343"/>
              <a:gd name="connsiteX4" fmla="*/ 0 w 906474"/>
              <a:gd name="connsiteY4" fmla="*/ 1059024 h 1604343"/>
              <a:gd name="connsiteX0" fmla="*/ 0 w 906474"/>
              <a:gd name="connsiteY0" fmla="*/ 1059024 h 1059024"/>
              <a:gd name="connsiteX1" fmla="*/ 393310 w 906474"/>
              <a:gd name="connsiteY1" fmla="*/ 1059024 h 1059024"/>
              <a:gd name="connsiteX2" fmla="*/ 906474 w 906474"/>
              <a:gd name="connsiteY2" fmla="*/ 266510 h 1059024"/>
              <a:gd name="connsiteX3" fmla="*/ 719250 w 906474"/>
              <a:gd name="connsiteY3" fmla="*/ 0 h 1059024"/>
              <a:gd name="connsiteX4" fmla="*/ 0 w 906474"/>
              <a:gd name="connsiteY4" fmla="*/ 1059024 h 1059024"/>
              <a:gd name="connsiteX0" fmla="*/ 0 w 906474"/>
              <a:gd name="connsiteY0" fmla="*/ 1059024 h 1059024"/>
              <a:gd name="connsiteX1" fmla="*/ 417999 w 906474"/>
              <a:gd name="connsiteY1" fmla="*/ 1012471 h 1059024"/>
              <a:gd name="connsiteX2" fmla="*/ 906474 w 906474"/>
              <a:gd name="connsiteY2" fmla="*/ 266510 h 1059024"/>
              <a:gd name="connsiteX3" fmla="*/ 719250 w 906474"/>
              <a:gd name="connsiteY3" fmla="*/ 0 h 1059024"/>
              <a:gd name="connsiteX4" fmla="*/ 0 w 906474"/>
              <a:gd name="connsiteY4" fmla="*/ 1059024 h 1059024"/>
              <a:gd name="connsiteX0" fmla="*/ 0 w 872528"/>
              <a:gd name="connsiteY0" fmla="*/ 1015058 h 1015058"/>
              <a:gd name="connsiteX1" fmla="*/ 384053 w 872528"/>
              <a:gd name="connsiteY1" fmla="*/ 1012471 h 1015058"/>
              <a:gd name="connsiteX2" fmla="*/ 872528 w 872528"/>
              <a:gd name="connsiteY2" fmla="*/ 266510 h 1015058"/>
              <a:gd name="connsiteX3" fmla="*/ 685304 w 872528"/>
              <a:gd name="connsiteY3" fmla="*/ 0 h 1015058"/>
              <a:gd name="connsiteX4" fmla="*/ 0 w 872528"/>
              <a:gd name="connsiteY4" fmla="*/ 1015058 h 1015058"/>
              <a:gd name="connsiteX0" fmla="*/ 0 w 875614"/>
              <a:gd name="connsiteY0" fmla="*/ 1015058 h 1015058"/>
              <a:gd name="connsiteX1" fmla="*/ 384053 w 875614"/>
              <a:gd name="connsiteY1" fmla="*/ 1012471 h 1015058"/>
              <a:gd name="connsiteX2" fmla="*/ 875614 w 875614"/>
              <a:gd name="connsiteY2" fmla="*/ 269097 h 1015058"/>
              <a:gd name="connsiteX3" fmla="*/ 685304 w 875614"/>
              <a:gd name="connsiteY3" fmla="*/ 0 h 1015058"/>
              <a:gd name="connsiteX4" fmla="*/ 0 w 875614"/>
              <a:gd name="connsiteY4" fmla="*/ 1015058 h 1015058"/>
              <a:gd name="connsiteX0" fmla="*/ 0 w 875614"/>
              <a:gd name="connsiteY0" fmla="*/ 745961 h 745961"/>
              <a:gd name="connsiteX1" fmla="*/ 384053 w 875614"/>
              <a:gd name="connsiteY1" fmla="*/ 743374 h 745961"/>
              <a:gd name="connsiteX2" fmla="*/ 875614 w 875614"/>
              <a:gd name="connsiteY2" fmla="*/ 0 h 745961"/>
              <a:gd name="connsiteX3" fmla="*/ 497607 w 875614"/>
              <a:gd name="connsiteY3" fmla="*/ 6434 h 745961"/>
              <a:gd name="connsiteX4" fmla="*/ 0 w 875614"/>
              <a:gd name="connsiteY4" fmla="*/ 745961 h 745961"/>
              <a:gd name="connsiteX0" fmla="*/ 0 w 874387"/>
              <a:gd name="connsiteY0" fmla="*/ 740820 h 740820"/>
              <a:gd name="connsiteX1" fmla="*/ 384053 w 874387"/>
              <a:gd name="connsiteY1" fmla="*/ 738233 h 740820"/>
              <a:gd name="connsiteX2" fmla="*/ 874387 w 874387"/>
              <a:gd name="connsiteY2" fmla="*/ 0 h 740820"/>
              <a:gd name="connsiteX3" fmla="*/ 497607 w 874387"/>
              <a:gd name="connsiteY3" fmla="*/ 1293 h 740820"/>
              <a:gd name="connsiteX4" fmla="*/ 0 w 874387"/>
              <a:gd name="connsiteY4" fmla="*/ 740820 h 740820"/>
              <a:gd name="connsiteX0" fmla="*/ 0 w 874387"/>
              <a:gd name="connsiteY0" fmla="*/ 742573 h 742573"/>
              <a:gd name="connsiteX1" fmla="*/ 384053 w 874387"/>
              <a:gd name="connsiteY1" fmla="*/ 739986 h 742573"/>
              <a:gd name="connsiteX2" fmla="*/ 874387 w 874387"/>
              <a:gd name="connsiteY2" fmla="*/ 1753 h 742573"/>
              <a:gd name="connsiteX3" fmla="*/ 498334 w 874387"/>
              <a:gd name="connsiteY3" fmla="*/ 0 h 742573"/>
              <a:gd name="connsiteX4" fmla="*/ 0 w 874387"/>
              <a:gd name="connsiteY4" fmla="*/ 742573 h 742573"/>
              <a:gd name="connsiteX0" fmla="*/ 0 w 875114"/>
              <a:gd name="connsiteY0" fmla="*/ 742573 h 742573"/>
              <a:gd name="connsiteX1" fmla="*/ 384053 w 875114"/>
              <a:gd name="connsiteY1" fmla="*/ 739986 h 742573"/>
              <a:gd name="connsiteX2" fmla="*/ 875114 w 875114"/>
              <a:gd name="connsiteY2" fmla="*/ 535 h 742573"/>
              <a:gd name="connsiteX3" fmla="*/ 498334 w 875114"/>
              <a:gd name="connsiteY3" fmla="*/ 0 h 742573"/>
              <a:gd name="connsiteX4" fmla="*/ 0 w 875114"/>
              <a:gd name="connsiteY4" fmla="*/ 742573 h 742573"/>
              <a:gd name="connsiteX0" fmla="*/ 0 w 875114"/>
              <a:gd name="connsiteY0" fmla="*/ 742116 h 742116"/>
              <a:gd name="connsiteX1" fmla="*/ 384053 w 875114"/>
              <a:gd name="connsiteY1" fmla="*/ 739529 h 742116"/>
              <a:gd name="connsiteX2" fmla="*/ 875114 w 875114"/>
              <a:gd name="connsiteY2" fmla="*/ 78 h 742116"/>
              <a:gd name="connsiteX3" fmla="*/ 497243 w 875114"/>
              <a:gd name="connsiteY3" fmla="*/ 0 h 742116"/>
              <a:gd name="connsiteX4" fmla="*/ 0 w 875114"/>
              <a:gd name="connsiteY4" fmla="*/ 742116 h 742116"/>
              <a:gd name="connsiteX0" fmla="*/ 0 w 875114"/>
              <a:gd name="connsiteY0" fmla="*/ 742116 h 742116"/>
              <a:gd name="connsiteX1" fmla="*/ 384053 w 875114"/>
              <a:gd name="connsiteY1" fmla="*/ 741838 h 742116"/>
              <a:gd name="connsiteX2" fmla="*/ 875114 w 875114"/>
              <a:gd name="connsiteY2" fmla="*/ 78 h 742116"/>
              <a:gd name="connsiteX3" fmla="*/ 497243 w 875114"/>
              <a:gd name="connsiteY3" fmla="*/ 0 h 742116"/>
              <a:gd name="connsiteX4" fmla="*/ 0 w 875114"/>
              <a:gd name="connsiteY4" fmla="*/ 742116 h 742116"/>
              <a:gd name="connsiteX0" fmla="*/ 0 w 875114"/>
              <a:gd name="connsiteY0" fmla="*/ 742116 h 742116"/>
              <a:gd name="connsiteX1" fmla="*/ 384053 w 875114"/>
              <a:gd name="connsiteY1" fmla="*/ 741838 h 742116"/>
              <a:gd name="connsiteX2" fmla="*/ 875114 w 875114"/>
              <a:gd name="connsiteY2" fmla="*/ 78 h 742116"/>
              <a:gd name="connsiteX3" fmla="*/ 497243 w 875114"/>
              <a:gd name="connsiteY3" fmla="*/ 0 h 742116"/>
              <a:gd name="connsiteX4" fmla="*/ 0 w 875114"/>
              <a:gd name="connsiteY4" fmla="*/ 742116 h 7421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5114" h="742116">
                <a:moveTo>
                  <a:pt x="0" y="742116"/>
                </a:moveTo>
                <a:lnTo>
                  <a:pt x="384053" y="741838"/>
                </a:lnTo>
                <a:lnTo>
                  <a:pt x="875114" y="78"/>
                </a:lnTo>
                <a:lnTo>
                  <a:pt x="497243" y="0"/>
                </a:lnTo>
                <a:lnTo>
                  <a:pt x="0" y="742116"/>
                </a:lnTo>
                <a:close/>
              </a:path>
            </a:pathLst>
          </a:custGeom>
          <a:solidFill>
            <a:srgbClr val="44B0B1">
              <a:alpha val="24706"/>
            </a:srgbClr>
          </a:solidFill>
          <a:ln w="0" cap="flat">
            <a:noFill/>
            <a:prstDash val="solid"/>
            <a:miter/>
          </a:ln>
        </p:spPr>
        <p:txBody>
          <a:bodyPr rtlCol="0" anchor="ctr"/>
          <a:lstStyle/>
          <a:p>
            <a:endParaRPr lang="en-US">
              <a:latin typeface="Arial" panose="020B0604020202020204" pitchFamily="34" charset="0"/>
              <a:cs typeface="Arial" panose="020B0604020202020204" pitchFamily="34" charset="0"/>
              <a:sym typeface="Arial" panose="020B0604020202020204" pitchFamily="34" charset="0"/>
            </a:endParaRPr>
          </a:p>
        </p:txBody>
      </p:sp>
      <p:sp>
        <p:nvSpPr>
          <p:cNvPr id="4" name="Title 1">
            <a:extLst>
              <a:ext uri="{FF2B5EF4-FFF2-40B4-BE49-F238E27FC236}">
                <a16:creationId xmlns:a16="http://schemas.microsoft.com/office/drawing/2014/main" id="{2EFFD039-6A46-3A21-2925-F5B1FDDE8DCD}"/>
              </a:ext>
            </a:extLst>
          </p:cNvPr>
          <p:cNvSpPr>
            <a:spLocks noGrp="1"/>
          </p:cNvSpPr>
          <p:nvPr>
            <p:ph type="ctrTitle" hasCustomPrompt="1"/>
          </p:nvPr>
        </p:nvSpPr>
        <p:spPr>
          <a:xfrm>
            <a:off x="458049" y="1293093"/>
            <a:ext cx="5940145" cy="553998"/>
          </a:xfrm>
          <a:prstGeom prst="rect">
            <a:avLst/>
          </a:prstGeom>
        </p:spPr>
        <p:txBody>
          <a:bodyPr vert="horz" anchor="b"/>
          <a:lstStyle>
            <a:lvl1pPr algn="l">
              <a:defRPr sz="3600">
                <a:solidFill>
                  <a:schemeClr val="bg2"/>
                </a:solidFill>
                <a:latin typeface="Poppins" pitchFamily="2" charset="77"/>
                <a:cs typeface="Poppins" pitchFamily="2" charset="77"/>
                <a:sym typeface="Arial" panose="020B0604020202020204" pitchFamily="34" charset="0"/>
              </a:defRPr>
            </a:lvl1pPr>
          </a:lstStyle>
          <a:p>
            <a:r>
              <a:rPr lang="en-US"/>
              <a:t>Title Slide: Dark</a:t>
            </a:r>
            <a:endParaRPr lang="da-DK"/>
          </a:p>
        </p:txBody>
      </p:sp>
      <p:sp>
        <p:nvSpPr>
          <p:cNvPr id="5" name="Subtitle 2">
            <a:extLst>
              <a:ext uri="{FF2B5EF4-FFF2-40B4-BE49-F238E27FC236}">
                <a16:creationId xmlns:a16="http://schemas.microsoft.com/office/drawing/2014/main" id="{F1DEB521-A4A0-7137-ABF5-859A3F6D459A}"/>
              </a:ext>
            </a:extLst>
          </p:cNvPr>
          <p:cNvSpPr>
            <a:spLocks noGrp="1"/>
          </p:cNvSpPr>
          <p:nvPr>
            <p:ph type="subTitle" idx="1" hasCustomPrompt="1"/>
          </p:nvPr>
        </p:nvSpPr>
        <p:spPr>
          <a:xfrm>
            <a:off x="458049" y="1867024"/>
            <a:ext cx="5940145" cy="430887"/>
          </a:xfrm>
        </p:spPr>
        <p:txBody>
          <a:bodyPr wrap="square" anchor="b">
            <a:spAutoFit/>
          </a:bodyPr>
          <a:lstStyle>
            <a:lvl1pPr marL="0" indent="0" algn="l">
              <a:buNone/>
              <a:defRPr sz="1600" b="1">
                <a:solidFill>
                  <a:schemeClr val="bg2"/>
                </a:solidFill>
                <a:latin typeface="Poppins" pitchFamily="2" charset="77"/>
                <a:cs typeface="Poppins" pitchFamily="2" charset="77"/>
                <a:sym typeface="Arial" panose="020B0604020202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Subtitle goes here</a:t>
            </a:r>
          </a:p>
        </p:txBody>
      </p:sp>
      <p:sp>
        <p:nvSpPr>
          <p:cNvPr id="7" name="Text Placeholder 18">
            <a:extLst>
              <a:ext uri="{FF2B5EF4-FFF2-40B4-BE49-F238E27FC236}">
                <a16:creationId xmlns:a16="http://schemas.microsoft.com/office/drawing/2014/main" id="{3DF7A639-4564-2A6A-3324-B2453E8E3BF9}"/>
              </a:ext>
            </a:extLst>
          </p:cNvPr>
          <p:cNvSpPr>
            <a:spLocks noGrp="1"/>
          </p:cNvSpPr>
          <p:nvPr>
            <p:ph type="body" sz="quarter" idx="11" hasCustomPrompt="1"/>
          </p:nvPr>
        </p:nvSpPr>
        <p:spPr>
          <a:xfrm>
            <a:off x="458049" y="2624735"/>
            <a:ext cx="2850110" cy="233910"/>
          </a:xfrm>
        </p:spPr>
        <p:txBody>
          <a:bodyPr tIns="9144" bIns="9144" anchor="b">
            <a:spAutoFit/>
          </a:bodyPr>
          <a:lstStyle>
            <a:lvl1pPr marL="0" marR="0" indent="0" algn="l" defTabSz="685800" rtl="0" eaLnBrk="1" fontAlgn="auto" latinLnBrk="0" hangingPunct="1">
              <a:lnSpc>
                <a:spcPct val="100000"/>
              </a:lnSpc>
              <a:spcBef>
                <a:spcPts val="0"/>
              </a:spcBef>
              <a:spcAft>
                <a:spcPts val="400"/>
              </a:spcAft>
              <a:buClr>
                <a:srgbClr val="000000"/>
              </a:buClr>
              <a:buSzPct val="110000"/>
              <a:buFont typeface="Arial" panose="020B0604020202020204" pitchFamily="34" charset="0"/>
              <a:buNone/>
              <a:tabLst/>
              <a:defRPr sz="1400">
                <a:solidFill>
                  <a:schemeClr val="bg2"/>
                </a:solidFill>
                <a:latin typeface="Poppins" pitchFamily="2" charset="77"/>
                <a:cs typeface="Poppins" pitchFamily="2" charset="77"/>
                <a:sym typeface="Arial" panose="020B0604020202020204" pitchFamily="34" charset="0"/>
              </a:defRPr>
            </a:lvl1pPr>
          </a:lstStyle>
          <a:p>
            <a:pPr marL="0" marR="0" lvl="0" indent="0" algn="l" defTabSz="685800" rtl="0" eaLnBrk="1" fontAlgn="auto" latinLnBrk="0" hangingPunct="1">
              <a:lnSpc>
                <a:spcPct val="100000"/>
              </a:lnSpc>
              <a:spcBef>
                <a:spcPts val="0"/>
              </a:spcBef>
              <a:spcAft>
                <a:spcPts val="400"/>
              </a:spcAft>
              <a:buClr>
                <a:srgbClr val="000000"/>
              </a:buClr>
              <a:buSzPct val="110000"/>
              <a:buFont typeface="Arial" panose="020B0604020202020204" pitchFamily="34" charset="0"/>
              <a:buNone/>
              <a:tabLst/>
              <a:defRPr/>
            </a:pPr>
            <a:r>
              <a:rPr lang="en-US"/>
              <a:t>MM, DD, YYYY</a:t>
            </a:r>
            <a:endParaRPr lang="en-IN"/>
          </a:p>
        </p:txBody>
      </p:sp>
    </p:spTree>
    <p:extLst>
      <p:ext uri="{BB962C8B-B14F-4D97-AF65-F5344CB8AC3E}">
        <p14:creationId xmlns:p14="http://schemas.microsoft.com/office/powerpoint/2010/main" val="3437986429"/>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_Image">
    <p:bg>
      <p:bgRef idx="1001">
        <a:schemeClr val="bg1"/>
      </p:bgRef>
    </p:bg>
    <p:spTree>
      <p:nvGrpSpPr>
        <p:cNvPr id="1" name=""/>
        <p:cNvGrpSpPr/>
        <p:nvPr/>
      </p:nvGrpSpPr>
      <p:grpSpPr>
        <a:xfrm>
          <a:off x="0" y="0"/>
          <a:ext cx="0" cy="0"/>
          <a:chOff x="0" y="0"/>
          <a:chExt cx="0" cy="0"/>
        </a:xfrm>
      </p:grpSpPr>
      <p:pic>
        <p:nvPicPr>
          <p:cNvPr id="5" name="Picture 4" descr="A person standing in front of a group of people in a meeting&#10;&#10;Description automatically generated">
            <a:extLst>
              <a:ext uri="{FF2B5EF4-FFF2-40B4-BE49-F238E27FC236}">
                <a16:creationId xmlns:a16="http://schemas.microsoft.com/office/drawing/2014/main" id="{4A758298-57B4-AD70-0E0A-D778226836A4}"/>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0" y="0"/>
            <a:ext cx="9144000" cy="5143501"/>
          </a:xfrm>
          <a:prstGeom prst="rect">
            <a:avLst/>
          </a:prstGeom>
        </p:spPr>
      </p:pic>
      <p:graphicFrame>
        <p:nvGraphicFramePr>
          <p:cNvPr id="8" name="Object 7" hidden="1">
            <a:extLst>
              <a:ext uri="{FF2B5EF4-FFF2-40B4-BE49-F238E27FC236}">
                <a16:creationId xmlns:a16="http://schemas.microsoft.com/office/drawing/2014/main" id="{E9313467-AAEB-47EA-872C-6D5E4A960399}"/>
              </a:ext>
            </a:extLst>
          </p:cNvPr>
          <p:cNvGraphicFramePr>
            <a:graphicFrameLocks noChangeAspect="1"/>
          </p:cNvGraphicFramePr>
          <p:nvPr userDrawn="1">
            <p:custDataLst>
              <p:tags r:id="rId1"/>
            </p:custDataLst>
            <p:extLst>
              <p:ext uri="{D42A27DB-BD31-4B8C-83A1-F6EECF244321}">
                <p14:modId xmlns:p14="http://schemas.microsoft.com/office/powerpoint/2010/main" val="4519926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8" name="Object 7" hidden="1">
                        <a:extLst>
                          <a:ext uri="{FF2B5EF4-FFF2-40B4-BE49-F238E27FC236}">
                            <a16:creationId xmlns:a16="http://schemas.microsoft.com/office/drawing/2014/main" id="{E9313467-AAEB-47EA-872C-6D5E4A96039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0EB6A88A-993E-F951-30A1-6090862EC6C8}"/>
              </a:ext>
            </a:extLst>
          </p:cNvPr>
          <p:cNvSpPr/>
          <p:nvPr userDrawn="1"/>
        </p:nvSpPr>
        <p:spPr>
          <a:xfrm flipH="1">
            <a:off x="0" y="0"/>
            <a:ext cx="9144000" cy="5143500"/>
          </a:xfrm>
          <a:prstGeom prst="rect">
            <a:avLst/>
          </a:prstGeom>
          <a:gradFill flip="none" rotWithShape="1">
            <a:gsLst>
              <a:gs pos="0">
                <a:schemeClr val="bg2"/>
              </a:gs>
              <a:gs pos="92000">
                <a:schemeClr val="accent2">
                  <a:alpha val="0"/>
                </a:schemeClr>
              </a:gs>
            </a:gsLst>
            <a:lin ang="10800000" scaled="1"/>
            <a:tileRect/>
          </a:gra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fr-FR" sz="3200" b="0" i="0" u="none" strike="noStrike" cap="none" spc="0" normalizeH="0" baseline="0">
              <a:ln>
                <a:noFill/>
              </a:ln>
              <a:solidFill>
                <a:srgbClr val="FFFFFF"/>
              </a:solidFill>
              <a:effectLst/>
              <a:uFillTx/>
              <a:latin typeface="Arial" panose="020B0604020202020204" pitchFamily="34" charset="0"/>
              <a:ea typeface="Graphik-Light"/>
              <a:cs typeface="Arial" panose="020B0604020202020204" pitchFamily="34" charset="0"/>
              <a:sym typeface="Arial" panose="020B0604020202020204" pitchFamily="34" charset="0"/>
            </a:endParaRPr>
          </a:p>
        </p:txBody>
      </p:sp>
      <p:sp>
        <p:nvSpPr>
          <p:cNvPr id="4" name="Rectangle 3">
            <a:extLst>
              <a:ext uri="{FF2B5EF4-FFF2-40B4-BE49-F238E27FC236}">
                <a16:creationId xmlns:a16="http://schemas.microsoft.com/office/drawing/2014/main" id="{A5D64BDB-5682-7099-EE06-0E08E771C741}"/>
              </a:ext>
            </a:extLst>
          </p:cNvPr>
          <p:cNvSpPr/>
          <p:nvPr userDrawn="1"/>
        </p:nvSpPr>
        <p:spPr>
          <a:xfrm flipH="1">
            <a:off x="141890" y="0"/>
            <a:ext cx="9144000" cy="5143500"/>
          </a:xfrm>
          <a:prstGeom prst="rect">
            <a:avLst/>
          </a:prstGeom>
          <a:gradFill flip="none" rotWithShape="1">
            <a:gsLst>
              <a:gs pos="0">
                <a:schemeClr val="bg2"/>
              </a:gs>
              <a:gs pos="92000">
                <a:schemeClr val="accent2">
                  <a:alpha val="0"/>
                </a:schemeClr>
              </a:gs>
            </a:gsLst>
            <a:lin ang="10800000" scaled="1"/>
            <a:tileRect/>
          </a:gra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R="0" lvl="0" indent="0" algn="ctr" defTabSz="825500" fontAlgn="auto" hangingPunct="0">
              <a:lnSpc>
                <a:spcPct val="100000"/>
              </a:lnSpc>
              <a:spcBef>
                <a:spcPts val="0"/>
              </a:spcBef>
              <a:spcAft>
                <a:spcPts val="0"/>
              </a:spcAft>
              <a:buClrTx/>
              <a:buSzTx/>
              <a:buFontTx/>
              <a:buNone/>
              <a:tabLst/>
            </a:pPr>
            <a:endParaRPr kumimoji="0" lang="fr-FR" sz="3200" b="0" i="0" u="none" strike="noStrike" cap="none" spc="0" normalizeH="0" baseline="0">
              <a:ln>
                <a:noFill/>
              </a:ln>
              <a:solidFill>
                <a:srgbClr val="FFFFFF"/>
              </a:solidFill>
              <a:effectLst/>
              <a:uFillTx/>
              <a:latin typeface="Arial" panose="020B0604020202020204" pitchFamily="34" charset="0"/>
              <a:ea typeface="Graphik-Light"/>
              <a:cs typeface="Arial" panose="020B0604020202020204" pitchFamily="34" charset="0"/>
              <a:sym typeface="Arial" panose="020B0604020202020204" pitchFamily="34" charset="0"/>
            </a:endParaRPr>
          </a:p>
        </p:txBody>
      </p:sp>
      <p:grpSp>
        <p:nvGrpSpPr>
          <p:cNvPr id="11" name="Group 10">
            <a:extLst>
              <a:ext uri="{FF2B5EF4-FFF2-40B4-BE49-F238E27FC236}">
                <a16:creationId xmlns:a16="http://schemas.microsoft.com/office/drawing/2014/main" id="{3F16A413-578E-60B2-DC53-873BCAAB8F22}"/>
              </a:ext>
            </a:extLst>
          </p:cNvPr>
          <p:cNvGrpSpPr/>
          <p:nvPr userDrawn="1"/>
        </p:nvGrpSpPr>
        <p:grpSpPr>
          <a:xfrm>
            <a:off x="469200" y="3745514"/>
            <a:ext cx="1741808" cy="421631"/>
            <a:chOff x="-2459325" y="909338"/>
            <a:chExt cx="2090498" cy="506038"/>
          </a:xfrm>
        </p:grpSpPr>
        <p:sp>
          <p:nvSpPr>
            <p:cNvPr id="27" name="Freeform: Shape 26">
              <a:extLst>
                <a:ext uri="{FF2B5EF4-FFF2-40B4-BE49-F238E27FC236}">
                  <a16:creationId xmlns:a16="http://schemas.microsoft.com/office/drawing/2014/main" id="{1F1149A7-41C5-3111-2D56-15AA166189C9}"/>
                </a:ext>
              </a:extLst>
            </p:cNvPr>
            <p:cNvSpPr/>
            <p:nvPr/>
          </p:nvSpPr>
          <p:spPr>
            <a:xfrm>
              <a:off x="-1594801" y="1254927"/>
              <a:ext cx="109813" cy="111433"/>
            </a:xfrm>
            <a:custGeom>
              <a:avLst/>
              <a:gdLst>
                <a:gd name="connsiteX0" fmla="*/ 49434 w 109813"/>
                <a:gd name="connsiteY0" fmla="*/ 83233 h 111433"/>
                <a:gd name="connsiteX1" fmla="*/ 83776 w 109813"/>
                <a:gd name="connsiteY1" fmla="*/ -10442 h 111433"/>
                <a:gd name="connsiteX2" fmla="*/ 104142 w 109813"/>
                <a:gd name="connsiteY2" fmla="*/ -10442 h 111433"/>
                <a:gd name="connsiteX3" fmla="*/ 60423 w 109813"/>
                <a:gd name="connsiteY3" fmla="*/ 100991 h 111433"/>
                <a:gd name="connsiteX4" fmla="*/ 38030 w 109813"/>
                <a:gd name="connsiteY4" fmla="*/ 100991 h 111433"/>
                <a:gd name="connsiteX5" fmla="*/ -5671 w 109813"/>
                <a:gd name="connsiteY5" fmla="*/ -10262 h 111433"/>
                <a:gd name="connsiteX6" fmla="*/ 14967 w 109813"/>
                <a:gd name="connsiteY6" fmla="*/ -10262 h 111433"/>
                <a:gd name="connsiteX7" fmla="*/ 49434 w 109813"/>
                <a:gd name="connsiteY7" fmla="*/ 83233 h 111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9813" h="111433">
                  <a:moveTo>
                    <a:pt x="49434" y="83233"/>
                  </a:moveTo>
                  <a:lnTo>
                    <a:pt x="83776" y="-10442"/>
                  </a:lnTo>
                  <a:lnTo>
                    <a:pt x="104142" y="-10442"/>
                  </a:lnTo>
                  <a:lnTo>
                    <a:pt x="60423" y="100991"/>
                  </a:lnTo>
                  <a:lnTo>
                    <a:pt x="38030" y="100991"/>
                  </a:lnTo>
                  <a:lnTo>
                    <a:pt x="-5671" y="-10262"/>
                  </a:lnTo>
                  <a:lnTo>
                    <a:pt x="14967" y="-10262"/>
                  </a:lnTo>
                  <a:lnTo>
                    <a:pt x="49434" y="83233"/>
                  </a:lnTo>
                  <a:close/>
                </a:path>
              </a:pathLst>
            </a:custGeom>
            <a:solidFill>
              <a:schemeClr val="bg1"/>
            </a:solidFill>
            <a:ln w="1803" cap="flat">
              <a:noFill/>
              <a:prstDash val="solid"/>
              <a:round/>
            </a:ln>
          </p:spPr>
          <p:txBody>
            <a:bodyPr rtlCol="0" anchor="ctr"/>
            <a:lstStyle/>
            <a:p>
              <a:endParaRPr lang="en-IN">
                <a:latin typeface="Arial" panose="020B0604020202020204" pitchFamily="34" charset="0"/>
                <a:cs typeface="Arial" panose="020B0604020202020204" pitchFamily="34" charset="0"/>
                <a:sym typeface="Arial" panose="020B0604020202020204" pitchFamily="34" charset="0"/>
              </a:endParaRPr>
            </a:p>
          </p:txBody>
        </p:sp>
        <p:sp>
          <p:nvSpPr>
            <p:cNvPr id="28" name="Freeform: Shape 27">
              <a:extLst>
                <a:ext uri="{FF2B5EF4-FFF2-40B4-BE49-F238E27FC236}">
                  <a16:creationId xmlns:a16="http://schemas.microsoft.com/office/drawing/2014/main" id="{AB05AC6C-542E-88F7-5B0B-EB95217AB480}"/>
                </a:ext>
              </a:extLst>
            </p:cNvPr>
            <p:cNvSpPr/>
            <p:nvPr/>
          </p:nvSpPr>
          <p:spPr>
            <a:xfrm rot="19821841">
              <a:off x="-2459325" y="958273"/>
              <a:ext cx="248542" cy="188457"/>
            </a:xfrm>
            <a:custGeom>
              <a:avLst/>
              <a:gdLst>
                <a:gd name="connsiteX0" fmla="*/ -4841 w 248542"/>
                <a:gd name="connsiteY0" fmla="*/ 140058 h 188457"/>
                <a:gd name="connsiteX1" fmla="*/ 243701 w 248542"/>
                <a:gd name="connsiteY1" fmla="*/ -9436 h 188457"/>
                <a:gd name="connsiteX2" fmla="*/ 243290 w 248542"/>
                <a:gd name="connsiteY2" fmla="*/ 70926 h 188457"/>
                <a:gd name="connsiteX3" fmla="*/ 236713 w 248542"/>
                <a:gd name="connsiteY3" fmla="*/ 74863 h 188457"/>
                <a:gd name="connsiteX4" fmla="*/ 63593 w 248542"/>
                <a:gd name="connsiteY4" fmla="*/ 179022 h 188457"/>
                <a:gd name="connsiteX5" fmla="*/ -4841 w 248542"/>
                <a:gd name="connsiteY5" fmla="*/ 140058 h 188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8542" h="188457">
                  <a:moveTo>
                    <a:pt x="-4841" y="140058"/>
                  </a:moveTo>
                  <a:lnTo>
                    <a:pt x="243701" y="-9436"/>
                  </a:lnTo>
                  <a:lnTo>
                    <a:pt x="243290" y="70926"/>
                  </a:lnTo>
                  <a:lnTo>
                    <a:pt x="236713" y="74863"/>
                  </a:lnTo>
                  <a:lnTo>
                    <a:pt x="63593" y="179022"/>
                  </a:lnTo>
                  <a:lnTo>
                    <a:pt x="-4841" y="140058"/>
                  </a:lnTo>
                  <a:close/>
                </a:path>
              </a:pathLst>
            </a:custGeom>
            <a:solidFill>
              <a:srgbClr val="00B3B2"/>
            </a:solidFill>
            <a:ln w="3687" cap="flat">
              <a:noFill/>
              <a:prstDash val="solid"/>
              <a:round/>
            </a:ln>
          </p:spPr>
          <p:txBody>
            <a:bodyPr rtlCol="0" anchor="ctr"/>
            <a:lstStyle/>
            <a:p>
              <a:endParaRPr lang="en-IN">
                <a:latin typeface="Arial" panose="020B0604020202020204" pitchFamily="34" charset="0"/>
                <a:cs typeface="Arial" panose="020B0604020202020204" pitchFamily="34" charset="0"/>
                <a:sym typeface="Arial" panose="020B0604020202020204" pitchFamily="34" charset="0"/>
              </a:endParaRPr>
            </a:p>
          </p:txBody>
        </p:sp>
        <p:sp>
          <p:nvSpPr>
            <p:cNvPr id="29" name="Freeform: Shape 28">
              <a:extLst>
                <a:ext uri="{FF2B5EF4-FFF2-40B4-BE49-F238E27FC236}">
                  <a16:creationId xmlns:a16="http://schemas.microsoft.com/office/drawing/2014/main" id="{A1F28EE5-0897-4E10-2AC5-C35CD02B3341}"/>
                </a:ext>
              </a:extLst>
            </p:cNvPr>
            <p:cNvSpPr/>
            <p:nvPr/>
          </p:nvSpPr>
          <p:spPr>
            <a:xfrm rot="1712540">
              <a:off x="-2259001" y="948985"/>
              <a:ext cx="242434" cy="288023"/>
            </a:xfrm>
            <a:custGeom>
              <a:avLst/>
              <a:gdLst>
                <a:gd name="connsiteX0" fmla="*/ -2745 w 242434"/>
                <a:gd name="connsiteY0" fmla="*/ 276391 h 288023"/>
                <a:gd name="connsiteX1" fmla="*/ -2745 w 242434"/>
                <a:gd name="connsiteY1" fmla="*/ -11633 h 288023"/>
                <a:gd name="connsiteX2" fmla="*/ 239690 w 242434"/>
                <a:gd name="connsiteY2" fmla="*/ 144627 h 288023"/>
                <a:gd name="connsiteX3" fmla="*/ 181163 w 242434"/>
                <a:gd name="connsiteY3" fmla="*/ 176102 h 288023"/>
                <a:gd name="connsiteX4" fmla="*/ 151465 w 242434"/>
                <a:gd name="connsiteY4" fmla="*/ 157449 h 288023"/>
                <a:gd name="connsiteX5" fmla="*/ 55754 w 242434"/>
                <a:gd name="connsiteY5" fmla="*/ 209922 h 288023"/>
                <a:gd name="connsiteX6" fmla="*/ 55754 w 242434"/>
                <a:gd name="connsiteY6" fmla="*/ 244905 h 288023"/>
                <a:gd name="connsiteX7" fmla="*/ -2745 w 242434"/>
                <a:gd name="connsiteY7" fmla="*/ 276391 h 288023"/>
                <a:gd name="connsiteX8" fmla="*/ 55754 w 242434"/>
                <a:gd name="connsiteY8" fmla="*/ 95649 h 288023"/>
                <a:gd name="connsiteX9" fmla="*/ 55754 w 242434"/>
                <a:gd name="connsiteY9" fmla="*/ 171444 h 288023"/>
                <a:gd name="connsiteX10" fmla="*/ 119153 w 242434"/>
                <a:gd name="connsiteY10" fmla="*/ 136462 h 288023"/>
                <a:gd name="connsiteX11" fmla="*/ 55754 w 242434"/>
                <a:gd name="connsiteY11" fmla="*/ 95649 h 288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2434" h="288023">
                  <a:moveTo>
                    <a:pt x="-2745" y="276391"/>
                  </a:moveTo>
                  <a:lnTo>
                    <a:pt x="-2745" y="-11633"/>
                  </a:lnTo>
                  <a:lnTo>
                    <a:pt x="239690" y="144627"/>
                  </a:lnTo>
                  <a:lnTo>
                    <a:pt x="181163" y="176102"/>
                  </a:lnTo>
                  <a:lnTo>
                    <a:pt x="151465" y="157449"/>
                  </a:lnTo>
                  <a:lnTo>
                    <a:pt x="55754" y="209922"/>
                  </a:lnTo>
                  <a:lnTo>
                    <a:pt x="55754" y="244905"/>
                  </a:lnTo>
                  <a:lnTo>
                    <a:pt x="-2745" y="276391"/>
                  </a:lnTo>
                  <a:close/>
                  <a:moveTo>
                    <a:pt x="55754" y="95649"/>
                  </a:moveTo>
                  <a:lnTo>
                    <a:pt x="55754" y="171444"/>
                  </a:lnTo>
                  <a:lnTo>
                    <a:pt x="119153" y="136462"/>
                  </a:lnTo>
                  <a:lnTo>
                    <a:pt x="55754" y="95649"/>
                  </a:lnTo>
                  <a:close/>
                </a:path>
              </a:pathLst>
            </a:custGeom>
            <a:solidFill>
              <a:schemeClr val="bg1"/>
            </a:solidFill>
            <a:ln w="8157" cap="flat">
              <a:noFill/>
              <a:prstDash val="solid"/>
              <a:round/>
            </a:ln>
          </p:spPr>
          <p:txBody>
            <a:bodyPr rtlCol="0" anchor="ctr"/>
            <a:lstStyle/>
            <a:p>
              <a:endParaRPr lang="en-IN">
                <a:latin typeface="Arial" panose="020B0604020202020204" pitchFamily="34" charset="0"/>
                <a:cs typeface="Arial" panose="020B0604020202020204" pitchFamily="34" charset="0"/>
                <a:sym typeface="Arial" panose="020B0604020202020204" pitchFamily="34" charset="0"/>
              </a:endParaRPr>
            </a:p>
          </p:txBody>
        </p:sp>
        <p:sp>
          <p:nvSpPr>
            <p:cNvPr id="30" name="Freeform: Shape 29">
              <a:extLst>
                <a:ext uri="{FF2B5EF4-FFF2-40B4-BE49-F238E27FC236}">
                  <a16:creationId xmlns:a16="http://schemas.microsoft.com/office/drawing/2014/main" id="{0E69D066-0CB0-513C-D86F-682F79EB6BFE}"/>
                </a:ext>
              </a:extLst>
            </p:cNvPr>
            <p:cNvSpPr/>
            <p:nvPr/>
          </p:nvSpPr>
          <p:spPr>
            <a:xfrm>
              <a:off x="-1995178" y="909338"/>
              <a:ext cx="200128" cy="254152"/>
            </a:xfrm>
            <a:custGeom>
              <a:avLst/>
              <a:gdLst>
                <a:gd name="connsiteX0" fmla="*/ 56742 w 200128"/>
                <a:gd name="connsiteY0" fmla="*/ 84973 h 254152"/>
                <a:gd name="connsiteX1" fmla="*/ 80187 w 200128"/>
                <a:gd name="connsiteY1" fmla="*/ 63567 h 254152"/>
                <a:gd name="connsiteX2" fmla="*/ 115184 w 200128"/>
                <a:gd name="connsiteY2" fmla="*/ 55411 h 254152"/>
                <a:gd name="connsiteX3" fmla="*/ 157655 w 200128"/>
                <a:gd name="connsiteY3" fmla="*/ 67303 h 254152"/>
                <a:gd name="connsiteX4" fmla="*/ 187725 w 200128"/>
                <a:gd name="connsiteY4" fmla="*/ 101281 h 254152"/>
                <a:gd name="connsiteX5" fmla="*/ 198769 w 200128"/>
                <a:gd name="connsiteY5" fmla="*/ 152589 h 254152"/>
                <a:gd name="connsiteX6" fmla="*/ 187725 w 200128"/>
                <a:gd name="connsiteY6" fmla="*/ 204065 h 254152"/>
                <a:gd name="connsiteX7" fmla="*/ 157655 w 200128"/>
                <a:gd name="connsiteY7" fmla="*/ 238380 h 254152"/>
                <a:gd name="connsiteX8" fmla="*/ 115184 w 200128"/>
                <a:gd name="connsiteY8" fmla="*/ 250443 h 254152"/>
                <a:gd name="connsiteX9" fmla="*/ 80187 w 200128"/>
                <a:gd name="connsiteY9" fmla="*/ 242459 h 254152"/>
                <a:gd name="connsiteX10" fmla="*/ 56742 w 200128"/>
                <a:gd name="connsiteY10" fmla="*/ 221221 h 254152"/>
                <a:gd name="connsiteX11" fmla="*/ 56742 w 200128"/>
                <a:gd name="connsiteY11" fmla="*/ 247725 h 254152"/>
                <a:gd name="connsiteX12" fmla="*/ -1359 w 200128"/>
                <a:gd name="connsiteY12" fmla="*/ 247725 h 254152"/>
                <a:gd name="connsiteX13" fmla="*/ -1359 w 200128"/>
                <a:gd name="connsiteY13" fmla="*/ -3709 h 254152"/>
                <a:gd name="connsiteX14" fmla="*/ 56742 w 200128"/>
                <a:gd name="connsiteY14" fmla="*/ -3709 h 254152"/>
                <a:gd name="connsiteX15" fmla="*/ 56742 w 200128"/>
                <a:gd name="connsiteY15" fmla="*/ 84973 h 254152"/>
                <a:gd name="connsiteX16" fmla="*/ 139648 w 200128"/>
                <a:gd name="connsiteY16" fmla="*/ 152589 h 254152"/>
                <a:gd name="connsiteX17" fmla="*/ 127585 w 200128"/>
                <a:gd name="connsiteY17" fmla="*/ 118440 h 254152"/>
                <a:gd name="connsiteX18" fmla="*/ 97854 w 200128"/>
                <a:gd name="connsiteY18" fmla="*/ 106039 h 254152"/>
                <a:gd name="connsiteX19" fmla="*/ 68463 w 200128"/>
                <a:gd name="connsiteY19" fmla="*/ 118611 h 254152"/>
                <a:gd name="connsiteX20" fmla="*/ 56403 w 200128"/>
                <a:gd name="connsiteY20" fmla="*/ 152928 h 254152"/>
                <a:gd name="connsiteX21" fmla="*/ 68463 w 200128"/>
                <a:gd name="connsiteY21" fmla="*/ 187246 h 254152"/>
                <a:gd name="connsiteX22" fmla="*/ 97854 w 200128"/>
                <a:gd name="connsiteY22" fmla="*/ 199817 h 254152"/>
                <a:gd name="connsiteX23" fmla="*/ 127416 w 200128"/>
                <a:gd name="connsiteY23" fmla="*/ 187075 h 254152"/>
                <a:gd name="connsiteX24" fmla="*/ 139648 w 200128"/>
                <a:gd name="connsiteY24" fmla="*/ 152589 h 254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0128" h="254152">
                  <a:moveTo>
                    <a:pt x="56742" y="84973"/>
                  </a:moveTo>
                  <a:cubicBezTo>
                    <a:pt x="62178" y="76138"/>
                    <a:pt x="69993" y="69002"/>
                    <a:pt x="80187" y="63567"/>
                  </a:cubicBezTo>
                  <a:cubicBezTo>
                    <a:pt x="90381" y="58131"/>
                    <a:pt x="102045" y="55411"/>
                    <a:pt x="115184" y="55411"/>
                  </a:cubicBezTo>
                  <a:cubicBezTo>
                    <a:pt x="130813" y="55411"/>
                    <a:pt x="144969" y="59376"/>
                    <a:pt x="157655" y="67303"/>
                  </a:cubicBezTo>
                  <a:cubicBezTo>
                    <a:pt x="170340" y="75233"/>
                    <a:pt x="180363" y="86557"/>
                    <a:pt x="187725" y="101281"/>
                  </a:cubicBezTo>
                  <a:cubicBezTo>
                    <a:pt x="195087" y="116005"/>
                    <a:pt x="198769" y="133107"/>
                    <a:pt x="198769" y="152589"/>
                  </a:cubicBezTo>
                  <a:cubicBezTo>
                    <a:pt x="198769" y="172068"/>
                    <a:pt x="195087" y="189227"/>
                    <a:pt x="187725" y="204065"/>
                  </a:cubicBezTo>
                  <a:cubicBezTo>
                    <a:pt x="180363" y="218900"/>
                    <a:pt x="170340" y="230339"/>
                    <a:pt x="157655" y="238380"/>
                  </a:cubicBezTo>
                  <a:cubicBezTo>
                    <a:pt x="144969" y="246421"/>
                    <a:pt x="130813" y="250443"/>
                    <a:pt x="115184" y="250443"/>
                  </a:cubicBezTo>
                  <a:cubicBezTo>
                    <a:pt x="101819" y="250443"/>
                    <a:pt x="90153" y="247782"/>
                    <a:pt x="80187" y="242459"/>
                  </a:cubicBezTo>
                  <a:cubicBezTo>
                    <a:pt x="70219" y="237135"/>
                    <a:pt x="62403" y="230056"/>
                    <a:pt x="56742" y="221221"/>
                  </a:cubicBezTo>
                  <a:lnTo>
                    <a:pt x="56742" y="247725"/>
                  </a:lnTo>
                  <a:lnTo>
                    <a:pt x="-1359" y="247725"/>
                  </a:lnTo>
                  <a:lnTo>
                    <a:pt x="-1359" y="-3709"/>
                  </a:lnTo>
                  <a:lnTo>
                    <a:pt x="56742" y="-3709"/>
                  </a:lnTo>
                  <a:lnTo>
                    <a:pt x="56742" y="84973"/>
                  </a:lnTo>
                  <a:close/>
                  <a:moveTo>
                    <a:pt x="139648" y="152589"/>
                  </a:moveTo>
                  <a:cubicBezTo>
                    <a:pt x="139648" y="138091"/>
                    <a:pt x="135626" y="126709"/>
                    <a:pt x="127585" y="118440"/>
                  </a:cubicBezTo>
                  <a:cubicBezTo>
                    <a:pt x="119543" y="110173"/>
                    <a:pt x="109632" y="106039"/>
                    <a:pt x="97854" y="106039"/>
                  </a:cubicBezTo>
                  <a:cubicBezTo>
                    <a:pt x="86302" y="106039"/>
                    <a:pt x="76505" y="110230"/>
                    <a:pt x="68463" y="118611"/>
                  </a:cubicBezTo>
                  <a:cubicBezTo>
                    <a:pt x="60422" y="126992"/>
                    <a:pt x="56403" y="138430"/>
                    <a:pt x="56403" y="152928"/>
                  </a:cubicBezTo>
                  <a:cubicBezTo>
                    <a:pt x="56403" y="167424"/>
                    <a:pt x="60422" y="178862"/>
                    <a:pt x="68463" y="187246"/>
                  </a:cubicBezTo>
                  <a:cubicBezTo>
                    <a:pt x="76505" y="195627"/>
                    <a:pt x="86302" y="199817"/>
                    <a:pt x="97854" y="199817"/>
                  </a:cubicBezTo>
                  <a:cubicBezTo>
                    <a:pt x="109407" y="199817"/>
                    <a:pt x="119261" y="195570"/>
                    <a:pt x="127416" y="187075"/>
                  </a:cubicBezTo>
                  <a:cubicBezTo>
                    <a:pt x="135569" y="178580"/>
                    <a:pt x="139648" y="167084"/>
                    <a:pt x="139648" y="152589"/>
                  </a:cubicBezTo>
                  <a:close/>
                </a:path>
              </a:pathLst>
            </a:custGeom>
            <a:solidFill>
              <a:schemeClr val="bg1"/>
            </a:solidFill>
            <a:ln w="247" cap="flat">
              <a:noFill/>
              <a:prstDash val="solid"/>
              <a:round/>
            </a:ln>
          </p:spPr>
          <p:txBody>
            <a:bodyPr rtlCol="0" anchor="ctr"/>
            <a:lstStyle/>
            <a:p>
              <a:endParaRPr lang="en-IN">
                <a:latin typeface="Arial" panose="020B0604020202020204" pitchFamily="34" charset="0"/>
                <a:cs typeface="Arial" panose="020B0604020202020204" pitchFamily="34" charset="0"/>
                <a:sym typeface="Arial" panose="020B0604020202020204" pitchFamily="34" charset="0"/>
              </a:endParaRPr>
            </a:p>
          </p:txBody>
        </p:sp>
        <p:sp>
          <p:nvSpPr>
            <p:cNvPr id="31" name="Freeform: Shape 30">
              <a:extLst>
                <a:ext uri="{FF2B5EF4-FFF2-40B4-BE49-F238E27FC236}">
                  <a16:creationId xmlns:a16="http://schemas.microsoft.com/office/drawing/2014/main" id="{4DF27C78-1C01-44A3-C202-4099689ECD55}"/>
                </a:ext>
              </a:extLst>
            </p:cNvPr>
            <p:cNvSpPr/>
            <p:nvPr/>
          </p:nvSpPr>
          <p:spPr>
            <a:xfrm>
              <a:off x="-1741943" y="968459"/>
              <a:ext cx="190274" cy="195031"/>
            </a:xfrm>
            <a:custGeom>
              <a:avLst/>
              <a:gdLst>
                <a:gd name="connsiteX0" fmla="*/ 188078 w 190274"/>
                <a:gd name="connsiteY0" fmla="*/ 90645 h 195031"/>
                <a:gd name="connsiteX1" fmla="*/ 187059 w 190274"/>
                <a:gd name="connsiteY1" fmla="*/ 107635 h 195031"/>
                <a:gd name="connsiteX2" fmla="*/ 55566 w 190274"/>
                <a:gd name="connsiteY2" fmla="*/ 107635 h 195031"/>
                <a:gd name="connsiteX3" fmla="*/ 66948 w 190274"/>
                <a:gd name="connsiteY3" fmla="*/ 134648 h 195031"/>
                <a:gd name="connsiteX4" fmla="*/ 91582 w 190274"/>
                <a:gd name="connsiteY4" fmla="*/ 143991 h 195031"/>
                <a:gd name="connsiteX5" fmla="*/ 121821 w 190274"/>
                <a:gd name="connsiteY5" fmla="*/ 125642 h 195031"/>
                <a:gd name="connsiteX6" fmla="*/ 183660 w 190274"/>
                <a:gd name="connsiteY6" fmla="*/ 125642 h 195031"/>
                <a:gd name="connsiteX7" fmla="*/ 166503 w 190274"/>
                <a:gd name="connsiteY7" fmla="*/ 159280 h 195031"/>
                <a:gd name="connsiteX8" fmla="*/ 135412 w 190274"/>
                <a:gd name="connsiteY8" fmla="*/ 182724 h 195031"/>
                <a:gd name="connsiteX9" fmla="*/ 93621 w 190274"/>
                <a:gd name="connsiteY9" fmla="*/ 191219 h 195031"/>
                <a:gd name="connsiteX10" fmla="*/ 44014 w 190274"/>
                <a:gd name="connsiteY10" fmla="*/ 179327 h 195031"/>
                <a:gd name="connsiteX11" fmla="*/ 10036 w 190274"/>
                <a:gd name="connsiteY11" fmla="*/ 145350 h 195031"/>
                <a:gd name="connsiteX12" fmla="*/ -2196 w 190274"/>
                <a:gd name="connsiteY12" fmla="*/ 93705 h 195031"/>
                <a:gd name="connsiteX13" fmla="*/ 9865 w 190274"/>
                <a:gd name="connsiteY13" fmla="*/ 42057 h 195031"/>
                <a:gd name="connsiteX14" fmla="*/ 43674 w 190274"/>
                <a:gd name="connsiteY14" fmla="*/ 8080 h 195031"/>
                <a:gd name="connsiteX15" fmla="*/ 93621 w 190274"/>
                <a:gd name="connsiteY15" fmla="*/ -3812 h 195031"/>
                <a:gd name="connsiteX16" fmla="*/ 142548 w 190274"/>
                <a:gd name="connsiteY16" fmla="*/ 7740 h 195031"/>
                <a:gd name="connsiteX17" fmla="*/ 176015 w 190274"/>
                <a:gd name="connsiteY17" fmla="*/ 40699 h 195031"/>
                <a:gd name="connsiteX18" fmla="*/ 188078 w 190274"/>
                <a:gd name="connsiteY18" fmla="*/ 90645 h 195031"/>
                <a:gd name="connsiteX19" fmla="*/ 128618 w 190274"/>
                <a:gd name="connsiteY19" fmla="*/ 75356 h 195031"/>
                <a:gd name="connsiteX20" fmla="*/ 118424 w 190274"/>
                <a:gd name="connsiteY20" fmla="*/ 51572 h 195031"/>
                <a:gd name="connsiteX21" fmla="*/ 92941 w 190274"/>
                <a:gd name="connsiteY21" fmla="*/ 42737 h 195031"/>
                <a:gd name="connsiteX22" fmla="*/ 68307 w 190274"/>
                <a:gd name="connsiteY22" fmla="*/ 51232 h 195031"/>
                <a:gd name="connsiteX23" fmla="*/ 55906 w 190274"/>
                <a:gd name="connsiteY23" fmla="*/ 75356 h 195031"/>
                <a:gd name="connsiteX24" fmla="*/ 128618 w 190274"/>
                <a:gd name="connsiteY24" fmla="*/ 75356 h 195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0274" h="195031">
                  <a:moveTo>
                    <a:pt x="188078" y="90645"/>
                  </a:moveTo>
                  <a:cubicBezTo>
                    <a:pt x="188078" y="96083"/>
                    <a:pt x="187739" y="101746"/>
                    <a:pt x="187059" y="107635"/>
                  </a:cubicBezTo>
                  <a:lnTo>
                    <a:pt x="55566" y="107635"/>
                  </a:lnTo>
                  <a:cubicBezTo>
                    <a:pt x="56471" y="119413"/>
                    <a:pt x="60265" y="128416"/>
                    <a:pt x="66948" y="134648"/>
                  </a:cubicBezTo>
                  <a:cubicBezTo>
                    <a:pt x="73630" y="140876"/>
                    <a:pt x="81843" y="143991"/>
                    <a:pt x="91582" y="143991"/>
                  </a:cubicBezTo>
                  <a:cubicBezTo>
                    <a:pt x="106078" y="143991"/>
                    <a:pt x="116158" y="137874"/>
                    <a:pt x="121821" y="125642"/>
                  </a:cubicBezTo>
                  <a:lnTo>
                    <a:pt x="183660" y="125642"/>
                  </a:lnTo>
                  <a:cubicBezTo>
                    <a:pt x="180491" y="138102"/>
                    <a:pt x="174770" y="149314"/>
                    <a:pt x="166503" y="159280"/>
                  </a:cubicBezTo>
                  <a:cubicBezTo>
                    <a:pt x="158234" y="169248"/>
                    <a:pt x="147872" y="177061"/>
                    <a:pt x="135412" y="182724"/>
                  </a:cubicBezTo>
                  <a:cubicBezTo>
                    <a:pt x="122954" y="188388"/>
                    <a:pt x="109024" y="191219"/>
                    <a:pt x="93621" y="191219"/>
                  </a:cubicBezTo>
                  <a:cubicBezTo>
                    <a:pt x="75046" y="191219"/>
                    <a:pt x="58510" y="187255"/>
                    <a:pt x="44014" y="179327"/>
                  </a:cubicBezTo>
                  <a:cubicBezTo>
                    <a:pt x="29516" y="171400"/>
                    <a:pt x="18189" y="160073"/>
                    <a:pt x="10036" y="145350"/>
                  </a:cubicBezTo>
                  <a:cubicBezTo>
                    <a:pt x="1881" y="130626"/>
                    <a:pt x="-2196" y="113410"/>
                    <a:pt x="-2196" y="93705"/>
                  </a:cubicBezTo>
                  <a:cubicBezTo>
                    <a:pt x="-2196" y="73997"/>
                    <a:pt x="1824" y="56781"/>
                    <a:pt x="9865" y="42057"/>
                  </a:cubicBezTo>
                  <a:cubicBezTo>
                    <a:pt x="17906" y="27334"/>
                    <a:pt x="29176" y="16009"/>
                    <a:pt x="43674" y="8080"/>
                  </a:cubicBezTo>
                  <a:cubicBezTo>
                    <a:pt x="58170" y="152"/>
                    <a:pt x="74820" y="-3812"/>
                    <a:pt x="93621" y="-3812"/>
                  </a:cubicBezTo>
                  <a:cubicBezTo>
                    <a:pt x="111967" y="-3812"/>
                    <a:pt x="128278" y="38"/>
                    <a:pt x="142548" y="7740"/>
                  </a:cubicBezTo>
                  <a:cubicBezTo>
                    <a:pt x="156818" y="15442"/>
                    <a:pt x="167974" y="26429"/>
                    <a:pt x="176015" y="40699"/>
                  </a:cubicBezTo>
                  <a:cubicBezTo>
                    <a:pt x="184057" y="54969"/>
                    <a:pt x="188078" y="71619"/>
                    <a:pt x="188078" y="90645"/>
                  </a:cubicBezTo>
                  <a:close/>
                  <a:moveTo>
                    <a:pt x="128618" y="75356"/>
                  </a:moveTo>
                  <a:cubicBezTo>
                    <a:pt x="128618" y="65388"/>
                    <a:pt x="125221" y="57461"/>
                    <a:pt x="118424" y="51572"/>
                  </a:cubicBezTo>
                  <a:cubicBezTo>
                    <a:pt x="111628" y="45683"/>
                    <a:pt x="103135" y="42737"/>
                    <a:pt x="92941" y="42737"/>
                  </a:cubicBezTo>
                  <a:cubicBezTo>
                    <a:pt x="83201" y="42737"/>
                    <a:pt x="74989" y="45569"/>
                    <a:pt x="68307" y="51232"/>
                  </a:cubicBezTo>
                  <a:cubicBezTo>
                    <a:pt x="61624" y="56895"/>
                    <a:pt x="57490" y="64937"/>
                    <a:pt x="55906" y="75356"/>
                  </a:cubicBezTo>
                  <a:lnTo>
                    <a:pt x="128618" y="75356"/>
                  </a:lnTo>
                  <a:close/>
                </a:path>
              </a:pathLst>
            </a:custGeom>
            <a:solidFill>
              <a:schemeClr val="bg1"/>
            </a:solidFill>
            <a:ln w="247" cap="flat">
              <a:noFill/>
              <a:prstDash val="solid"/>
              <a:round/>
            </a:ln>
          </p:spPr>
          <p:txBody>
            <a:bodyPr rtlCol="0" anchor="ctr"/>
            <a:lstStyle/>
            <a:p>
              <a:endParaRPr lang="en-IN">
                <a:latin typeface="Arial" panose="020B0604020202020204" pitchFamily="34" charset="0"/>
                <a:cs typeface="Arial" panose="020B0604020202020204" pitchFamily="34" charset="0"/>
                <a:sym typeface="Arial" panose="020B0604020202020204" pitchFamily="34" charset="0"/>
              </a:endParaRPr>
            </a:p>
          </p:txBody>
        </p:sp>
        <p:sp>
          <p:nvSpPr>
            <p:cNvPr id="32" name="Freeform: Shape 31">
              <a:extLst>
                <a:ext uri="{FF2B5EF4-FFF2-40B4-BE49-F238E27FC236}">
                  <a16:creationId xmlns:a16="http://schemas.microsoft.com/office/drawing/2014/main" id="{7EFA9051-2E1F-B4A2-151F-6EF4797D166C}"/>
                </a:ext>
              </a:extLst>
            </p:cNvPr>
            <p:cNvSpPr/>
            <p:nvPr/>
          </p:nvSpPr>
          <p:spPr>
            <a:xfrm>
              <a:off x="-1487570" y="969138"/>
              <a:ext cx="117562" cy="191634"/>
            </a:xfrm>
            <a:custGeom>
              <a:avLst/>
              <a:gdLst>
                <a:gd name="connsiteX0" fmla="*/ 55173 w 117562"/>
                <a:gd name="connsiteY0" fmla="*/ 29829 h 191634"/>
                <a:gd name="connsiteX1" fmla="*/ 80656 w 117562"/>
                <a:gd name="connsiteY1" fmla="*/ 5197 h 191634"/>
                <a:gd name="connsiteX2" fmla="*/ 114633 w 117562"/>
                <a:gd name="connsiteY2" fmla="*/ -3809 h 191634"/>
                <a:gd name="connsiteX3" fmla="*/ 114633 w 117562"/>
                <a:gd name="connsiteY3" fmla="*/ 57692 h 191634"/>
                <a:gd name="connsiteX4" fmla="*/ 98662 w 117562"/>
                <a:gd name="connsiteY4" fmla="*/ 57692 h 191634"/>
                <a:gd name="connsiteX5" fmla="*/ 66046 w 117562"/>
                <a:gd name="connsiteY5" fmla="*/ 67035 h 191634"/>
                <a:gd name="connsiteX6" fmla="*/ 55173 w 117562"/>
                <a:gd name="connsiteY6" fmla="*/ 99823 h 191634"/>
                <a:gd name="connsiteX7" fmla="*/ 55173 w 117562"/>
                <a:gd name="connsiteY7" fmla="*/ 187826 h 191634"/>
                <a:gd name="connsiteX8" fmla="*/ -2929 w 117562"/>
                <a:gd name="connsiteY8" fmla="*/ 187826 h 191634"/>
                <a:gd name="connsiteX9" fmla="*/ -2929 w 117562"/>
                <a:gd name="connsiteY9" fmla="*/ -1768 h 191634"/>
                <a:gd name="connsiteX10" fmla="*/ 55173 w 117562"/>
                <a:gd name="connsiteY10" fmla="*/ -1768 h 191634"/>
                <a:gd name="connsiteX11" fmla="*/ 55173 w 117562"/>
                <a:gd name="connsiteY11" fmla="*/ 29829 h 191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562" h="191634">
                  <a:moveTo>
                    <a:pt x="55173" y="29829"/>
                  </a:moveTo>
                  <a:cubicBezTo>
                    <a:pt x="61967" y="19410"/>
                    <a:pt x="70462" y="11200"/>
                    <a:pt x="80656" y="5197"/>
                  </a:cubicBezTo>
                  <a:cubicBezTo>
                    <a:pt x="90849" y="-806"/>
                    <a:pt x="102176" y="-3809"/>
                    <a:pt x="114633" y="-3809"/>
                  </a:cubicBezTo>
                  <a:lnTo>
                    <a:pt x="114633" y="57692"/>
                  </a:lnTo>
                  <a:lnTo>
                    <a:pt x="98662" y="57692"/>
                  </a:lnTo>
                  <a:cubicBezTo>
                    <a:pt x="84167" y="57692"/>
                    <a:pt x="73294" y="60807"/>
                    <a:pt x="66046" y="67035"/>
                  </a:cubicBezTo>
                  <a:cubicBezTo>
                    <a:pt x="58795" y="73264"/>
                    <a:pt x="55173" y="84194"/>
                    <a:pt x="55173" y="99823"/>
                  </a:cubicBezTo>
                  <a:lnTo>
                    <a:pt x="55173" y="187826"/>
                  </a:lnTo>
                  <a:lnTo>
                    <a:pt x="-2929" y="187826"/>
                  </a:lnTo>
                  <a:lnTo>
                    <a:pt x="-2929" y="-1768"/>
                  </a:lnTo>
                  <a:lnTo>
                    <a:pt x="55173" y="-1768"/>
                  </a:lnTo>
                  <a:lnTo>
                    <a:pt x="55173" y="29829"/>
                  </a:lnTo>
                  <a:close/>
                </a:path>
              </a:pathLst>
            </a:custGeom>
            <a:solidFill>
              <a:schemeClr val="bg1"/>
            </a:solidFill>
            <a:ln w="247" cap="flat">
              <a:noFill/>
              <a:prstDash val="solid"/>
              <a:round/>
            </a:ln>
          </p:spPr>
          <p:txBody>
            <a:bodyPr rtlCol="0" anchor="ctr"/>
            <a:lstStyle/>
            <a:p>
              <a:endParaRPr lang="en-IN">
                <a:latin typeface="Arial" panose="020B0604020202020204" pitchFamily="34" charset="0"/>
                <a:cs typeface="Arial" panose="020B0604020202020204" pitchFamily="34" charset="0"/>
                <a:sym typeface="Arial" panose="020B0604020202020204" pitchFamily="34" charset="0"/>
              </a:endParaRPr>
            </a:p>
          </p:txBody>
        </p:sp>
        <p:sp>
          <p:nvSpPr>
            <p:cNvPr id="33" name="Freeform: Shape 32">
              <a:extLst>
                <a:ext uri="{FF2B5EF4-FFF2-40B4-BE49-F238E27FC236}">
                  <a16:creationId xmlns:a16="http://schemas.microsoft.com/office/drawing/2014/main" id="{C73A024D-033C-C799-0DB3-71371F866928}"/>
                </a:ext>
              </a:extLst>
            </p:cNvPr>
            <p:cNvSpPr/>
            <p:nvPr/>
          </p:nvSpPr>
          <p:spPr>
            <a:xfrm>
              <a:off x="-1317989" y="909338"/>
              <a:ext cx="200128" cy="254152"/>
            </a:xfrm>
            <a:custGeom>
              <a:avLst/>
              <a:gdLst>
                <a:gd name="connsiteX0" fmla="*/ -3629 w 200128"/>
                <a:gd name="connsiteY0" fmla="*/ 152589 h 254152"/>
                <a:gd name="connsiteX1" fmla="*/ 7413 w 200128"/>
                <a:gd name="connsiteY1" fmla="*/ 101281 h 254152"/>
                <a:gd name="connsiteX2" fmla="*/ 37483 w 200128"/>
                <a:gd name="connsiteY2" fmla="*/ 67303 h 254152"/>
                <a:gd name="connsiteX3" fmla="*/ 79956 w 200128"/>
                <a:gd name="connsiteY3" fmla="*/ 55411 h 254152"/>
                <a:gd name="connsiteX4" fmla="*/ 114103 w 200128"/>
                <a:gd name="connsiteY4" fmla="*/ 63227 h 254152"/>
                <a:gd name="connsiteX5" fmla="*/ 138398 w 200128"/>
                <a:gd name="connsiteY5" fmla="*/ 84294 h 254152"/>
                <a:gd name="connsiteX6" fmla="*/ 138398 w 200128"/>
                <a:gd name="connsiteY6" fmla="*/ -3709 h 254152"/>
                <a:gd name="connsiteX7" fmla="*/ 196500 w 200128"/>
                <a:gd name="connsiteY7" fmla="*/ -3709 h 254152"/>
                <a:gd name="connsiteX8" fmla="*/ 196500 w 200128"/>
                <a:gd name="connsiteY8" fmla="*/ 247725 h 254152"/>
                <a:gd name="connsiteX9" fmla="*/ 138398 w 200128"/>
                <a:gd name="connsiteY9" fmla="*/ 247725 h 254152"/>
                <a:gd name="connsiteX10" fmla="*/ 138398 w 200128"/>
                <a:gd name="connsiteY10" fmla="*/ 220542 h 254152"/>
                <a:gd name="connsiteX11" fmla="*/ 115122 w 200128"/>
                <a:gd name="connsiteY11" fmla="*/ 242288 h 254152"/>
                <a:gd name="connsiteX12" fmla="*/ 79956 w 200128"/>
                <a:gd name="connsiteY12" fmla="*/ 250443 h 254152"/>
                <a:gd name="connsiteX13" fmla="*/ 37483 w 200128"/>
                <a:gd name="connsiteY13" fmla="*/ 238380 h 254152"/>
                <a:gd name="connsiteX14" fmla="*/ 7413 w 200128"/>
                <a:gd name="connsiteY14" fmla="*/ 204065 h 254152"/>
                <a:gd name="connsiteX15" fmla="*/ -3629 w 200128"/>
                <a:gd name="connsiteY15" fmla="*/ 152589 h 254152"/>
                <a:gd name="connsiteX16" fmla="*/ 138398 w 200128"/>
                <a:gd name="connsiteY16" fmla="*/ 152928 h 254152"/>
                <a:gd name="connsiteX17" fmla="*/ 126334 w 200128"/>
                <a:gd name="connsiteY17" fmla="*/ 118611 h 254152"/>
                <a:gd name="connsiteX18" fmla="*/ 96944 w 200128"/>
                <a:gd name="connsiteY18" fmla="*/ 106039 h 254152"/>
                <a:gd name="connsiteX19" fmla="*/ 67553 w 200128"/>
                <a:gd name="connsiteY19" fmla="*/ 118440 h 254152"/>
                <a:gd name="connsiteX20" fmla="*/ 55492 w 200128"/>
                <a:gd name="connsiteY20" fmla="*/ 152589 h 254152"/>
                <a:gd name="connsiteX21" fmla="*/ 67553 w 200128"/>
                <a:gd name="connsiteY21" fmla="*/ 187075 h 254152"/>
                <a:gd name="connsiteX22" fmla="*/ 96944 w 200128"/>
                <a:gd name="connsiteY22" fmla="*/ 199817 h 254152"/>
                <a:gd name="connsiteX23" fmla="*/ 126334 w 200128"/>
                <a:gd name="connsiteY23" fmla="*/ 187246 h 254152"/>
                <a:gd name="connsiteX24" fmla="*/ 138398 w 200128"/>
                <a:gd name="connsiteY24" fmla="*/ 152928 h 254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0128" h="254152">
                  <a:moveTo>
                    <a:pt x="-3629" y="152589"/>
                  </a:moveTo>
                  <a:cubicBezTo>
                    <a:pt x="-3629" y="133107"/>
                    <a:pt x="51" y="116005"/>
                    <a:pt x="7413" y="101281"/>
                  </a:cubicBezTo>
                  <a:cubicBezTo>
                    <a:pt x="14775" y="86557"/>
                    <a:pt x="24797" y="75233"/>
                    <a:pt x="37483" y="67303"/>
                  </a:cubicBezTo>
                  <a:cubicBezTo>
                    <a:pt x="50169" y="59376"/>
                    <a:pt x="64325" y="55411"/>
                    <a:pt x="79956" y="55411"/>
                  </a:cubicBezTo>
                  <a:cubicBezTo>
                    <a:pt x="92413" y="55411"/>
                    <a:pt x="103797" y="58017"/>
                    <a:pt x="114103" y="63227"/>
                  </a:cubicBezTo>
                  <a:cubicBezTo>
                    <a:pt x="124410" y="68437"/>
                    <a:pt x="132509" y="75459"/>
                    <a:pt x="138398" y="84294"/>
                  </a:cubicBezTo>
                  <a:lnTo>
                    <a:pt x="138398" y="-3709"/>
                  </a:lnTo>
                  <a:lnTo>
                    <a:pt x="196500" y="-3709"/>
                  </a:lnTo>
                  <a:lnTo>
                    <a:pt x="196500" y="247725"/>
                  </a:lnTo>
                  <a:lnTo>
                    <a:pt x="138398" y="247725"/>
                  </a:lnTo>
                  <a:lnTo>
                    <a:pt x="138398" y="220542"/>
                  </a:lnTo>
                  <a:cubicBezTo>
                    <a:pt x="132960" y="229605"/>
                    <a:pt x="125201" y="236852"/>
                    <a:pt x="115122" y="242288"/>
                  </a:cubicBezTo>
                  <a:cubicBezTo>
                    <a:pt x="105042" y="247725"/>
                    <a:pt x="93319" y="250443"/>
                    <a:pt x="79956" y="250443"/>
                  </a:cubicBezTo>
                  <a:cubicBezTo>
                    <a:pt x="64325" y="250443"/>
                    <a:pt x="50169" y="246421"/>
                    <a:pt x="37483" y="238380"/>
                  </a:cubicBezTo>
                  <a:cubicBezTo>
                    <a:pt x="24797" y="230339"/>
                    <a:pt x="14775" y="218900"/>
                    <a:pt x="7413" y="204065"/>
                  </a:cubicBezTo>
                  <a:cubicBezTo>
                    <a:pt x="51" y="189227"/>
                    <a:pt x="-3629" y="172068"/>
                    <a:pt x="-3629" y="152589"/>
                  </a:cubicBezTo>
                  <a:close/>
                  <a:moveTo>
                    <a:pt x="138398" y="152928"/>
                  </a:moveTo>
                  <a:cubicBezTo>
                    <a:pt x="138398" y="138430"/>
                    <a:pt x="134376" y="126992"/>
                    <a:pt x="126334" y="118611"/>
                  </a:cubicBezTo>
                  <a:cubicBezTo>
                    <a:pt x="118293" y="110230"/>
                    <a:pt x="108496" y="106039"/>
                    <a:pt x="96944" y="106039"/>
                  </a:cubicBezTo>
                  <a:cubicBezTo>
                    <a:pt x="85391" y="106039"/>
                    <a:pt x="75594" y="110173"/>
                    <a:pt x="67553" y="118440"/>
                  </a:cubicBezTo>
                  <a:cubicBezTo>
                    <a:pt x="59512" y="126709"/>
                    <a:pt x="55492" y="138091"/>
                    <a:pt x="55492" y="152589"/>
                  </a:cubicBezTo>
                  <a:cubicBezTo>
                    <a:pt x="55492" y="167084"/>
                    <a:pt x="59512" y="178580"/>
                    <a:pt x="67553" y="187075"/>
                  </a:cubicBezTo>
                  <a:cubicBezTo>
                    <a:pt x="75594" y="195570"/>
                    <a:pt x="85391" y="199817"/>
                    <a:pt x="96944" y="199817"/>
                  </a:cubicBezTo>
                  <a:cubicBezTo>
                    <a:pt x="108496" y="199817"/>
                    <a:pt x="118293" y="195627"/>
                    <a:pt x="126334" y="187246"/>
                  </a:cubicBezTo>
                  <a:cubicBezTo>
                    <a:pt x="134376" y="178862"/>
                    <a:pt x="138398" y="167424"/>
                    <a:pt x="138398" y="152928"/>
                  </a:cubicBezTo>
                  <a:close/>
                </a:path>
              </a:pathLst>
            </a:custGeom>
            <a:solidFill>
              <a:schemeClr val="bg1"/>
            </a:solidFill>
            <a:ln w="247" cap="flat">
              <a:noFill/>
              <a:prstDash val="solid"/>
              <a:round/>
            </a:ln>
          </p:spPr>
          <p:txBody>
            <a:bodyPr rtlCol="0" anchor="ctr"/>
            <a:lstStyle/>
            <a:p>
              <a:endParaRPr lang="en-IN">
                <a:latin typeface="Arial" panose="020B0604020202020204" pitchFamily="34" charset="0"/>
                <a:cs typeface="Arial" panose="020B0604020202020204" pitchFamily="34" charset="0"/>
                <a:sym typeface="Arial" panose="020B0604020202020204" pitchFamily="34" charset="0"/>
              </a:endParaRPr>
            </a:p>
          </p:txBody>
        </p:sp>
        <p:sp>
          <p:nvSpPr>
            <p:cNvPr id="34" name="Freeform: Shape 33">
              <a:extLst>
                <a:ext uri="{FF2B5EF4-FFF2-40B4-BE49-F238E27FC236}">
                  <a16:creationId xmlns:a16="http://schemas.microsoft.com/office/drawing/2014/main" id="{45ABB2D2-2EF0-D2C1-CD04-98CC0265D0EC}"/>
                </a:ext>
              </a:extLst>
            </p:cNvPr>
            <p:cNvSpPr/>
            <p:nvPr/>
          </p:nvSpPr>
          <p:spPr>
            <a:xfrm>
              <a:off x="-1055392" y="968459"/>
              <a:ext cx="190274" cy="195031"/>
            </a:xfrm>
            <a:custGeom>
              <a:avLst/>
              <a:gdLst>
                <a:gd name="connsiteX0" fmla="*/ 185768 w 190274"/>
                <a:gd name="connsiteY0" fmla="*/ 90645 h 195031"/>
                <a:gd name="connsiteX1" fmla="*/ 184749 w 190274"/>
                <a:gd name="connsiteY1" fmla="*/ 107635 h 195031"/>
                <a:gd name="connsiteX2" fmla="*/ 53256 w 190274"/>
                <a:gd name="connsiteY2" fmla="*/ 107635 h 195031"/>
                <a:gd name="connsiteX3" fmla="*/ 64637 w 190274"/>
                <a:gd name="connsiteY3" fmla="*/ 134648 h 195031"/>
                <a:gd name="connsiteX4" fmla="*/ 89272 w 190274"/>
                <a:gd name="connsiteY4" fmla="*/ 143991 h 195031"/>
                <a:gd name="connsiteX5" fmla="*/ 119510 w 190274"/>
                <a:gd name="connsiteY5" fmla="*/ 125642 h 195031"/>
                <a:gd name="connsiteX6" fmla="*/ 181352 w 190274"/>
                <a:gd name="connsiteY6" fmla="*/ 125642 h 195031"/>
                <a:gd name="connsiteX7" fmla="*/ 164190 w 190274"/>
                <a:gd name="connsiteY7" fmla="*/ 159280 h 195031"/>
                <a:gd name="connsiteX8" fmla="*/ 133101 w 190274"/>
                <a:gd name="connsiteY8" fmla="*/ 182724 h 195031"/>
                <a:gd name="connsiteX9" fmla="*/ 91310 w 190274"/>
                <a:gd name="connsiteY9" fmla="*/ 191219 h 195031"/>
                <a:gd name="connsiteX10" fmla="*/ 41703 w 190274"/>
                <a:gd name="connsiteY10" fmla="*/ 179327 h 195031"/>
                <a:gd name="connsiteX11" fmla="*/ 7725 w 190274"/>
                <a:gd name="connsiteY11" fmla="*/ 145350 h 195031"/>
                <a:gd name="connsiteX12" fmla="*/ -4507 w 190274"/>
                <a:gd name="connsiteY12" fmla="*/ 93705 h 195031"/>
                <a:gd name="connsiteX13" fmla="*/ 7554 w 190274"/>
                <a:gd name="connsiteY13" fmla="*/ 42057 h 195031"/>
                <a:gd name="connsiteX14" fmla="*/ 41363 w 190274"/>
                <a:gd name="connsiteY14" fmla="*/ 8080 h 195031"/>
                <a:gd name="connsiteX15" fmla="*/ 91310 w 190274"/>
                <a:gd name="connsiteY15" fmla="*/ -3812 h 195031"/>
                <a:gd name="connsiteX16" fmla="*/ 140237 w 190274"/>
                <a:gd name="connsiteY16" fmla="*/ 7740 h 195031"/>
                <a:gd name="connsiteX17" fmla="*/ 173705 w 190274"/>
                <a:gd name="connsiteY17" fmla="*/ 40699 h 195031"/>
                <a:gd name="connsiteX18" fmla="*/ 185768 w 190274"/>
                <a:gd name="connsiteY18" fmla="*/ 90645 h 195031"/>
                <a:gd name="connsiteX19" fmla="*/ 126307 w 190274"/>
                <a:gd name="connsiteY19" fmla="*/ 75356 h 195031"/>
                <a:gd name="connsiteX20" fmla="*/ 116113 w 190274"/>
                <a:gd name="connsiteY20" fmla="*/ 51572 h 195031"/>
                <a:gd name="connsiteX21" fmla="*/ 90631 w 190274"/>
                <a:gd name="connsiteY21" fmla="*/ 42737 h 195031"/>
                <a:gd name="connsiteX22" fmla="*/ 65996 w 190274"/>
                <a:gd name="connsiteY22" fmla="*/ 51232 h 195031"/>
                <a:gd name="connsiteX23" fmla="*/ 53595 w 190274"/>
                <a:gd name="connsiteY23" fmla="*/ 75356 h 195031"/>
                <a:gd name="connsiteX24" fmla="*/ 126307 w 190274"/>
                <a:gd name="connsiteY24" fmla="*/ 75356 h 195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0274" h="195031">
                  <a:moveTo>
                    <a:pt x="185768" y="90645"/>
                  </a:moveTo>
                  <a:cubicBezTo>
                    <a:pt x="185768" y="96083"/>
                    <a:pt x="185428" y="101746"/>
                    <a:pt x="184749" y="107635"/>
                  </a:cubicBezTo>
                  <a:lnTo>
                    <a:pt x="53256" y="107635"/>
                  </a:lnTo>
                  <a:cubicBezTo>
                    <a:pt x="54161" y="119413"/>
                    <a:pt x="57954" y="128416"/>
                    <a:pt x="64637" y="134648"/>
                  </a:cubicBezTo>
                  <a:cubicBezTo>
                    <a:pt x="71319" y="140876"/>
                    <a:pt x="79532" y="143991"/>
                    <a:pt x="89272" y="143991"/>
                  </a:cubicBezTo>
                  <a:cubicBezTo>
                    <a:pt x="103767" y="143991"/>
                    <a:pt x="113847" y="137874"/>
                    <a:pt x="119510" y="125642"/>
                  </a:cubicBezTo>
                  <a:lnTo>
                    <a:pt x="181352" y="125642"/>
                  </a:lnTo>
                  <a:cubicBezTo>
                    <a:pt x="178180" y="138102"/>
                    <a:pt x="172460" y="149314"/>
                    <a:pt x="164190" y="159280"/>
                  </a:cubicBezTo>
                  <a:cubicBezTo>
                    <a:pt x="155923" y="169248"/>
                    <a:pt x="145561" y="177061"/>
                    <a:pt x="133101" y="182724"/>
                  </a:cubicBezTo>
                  <a:cubicBezTo>
                    <a:pt x="120644" y="188388"/>
                    <a:pt x="106713" y="191219"/>
                    <a:pt x="91310" y="191219"/>
                  </a:cubicBezTo>
                  <a:cubicBezTo>
                    <a:pt x="72735" y="191219"/>
                    <a:pt x="56199" y="187255"/>
                    <a:pt x="41703" y="179327"/>
                  </a:cubicBezTo>
                  <a:cubicBezTo>
                    <a:pt x="27205" y="171400"/>
                    <a:pt x="15878" y="160073"/>
                    <a:pt x="7725" y="145350"/>
                  </a:cubicBezTo>
                  <a:cubicBezTo>
                    <a:pt x="-430" y="130626"/>
                    <a:pt x="-4507" y="113410"/>
                    <a:pt x="-4507" y="93705"/>
                  </a:cubicBezTo>
                  <a:cubicBezTo>
                    <a:pt x="-4507" y="73997"/>
                    <a:pt x="-487" y="56781"/>
                    <a:pt x="7554" y="42057"/>
                  </a:cubicBezTo>
                  <a:cubicBezTo>
                    <a:pt x="15596" y="27334"/>
                    <a:pt x="26865" y="16009"/>
                    <a:pt x="41363" y="8080"/>
                  </a:cubicBezTo>
                  <a:cubicBezTo>
                    <a:pt x="55859" y="152"/>
                    <a:pt x="72507" y="-3812"/>
                    <a:pt x="91310" y="-3812"/>
                  </a:cubicBezTo>
                  <a:cubicBezTo>
                    <a:pt x="109657" y="-3812"/>
                    <a:pt x="125967" y="38"/>
                    <a:pt x="140237" y="7740"/>
                  </a:cubicBezTo>
                  <a:cubicBezTo>
                    <a:pt x="154508" y="15442"/>
                    <a:pt x="165663" y="26429"/>
                    <a:pt x="173705" y="40699"/>
                  </a:cubicBezTo>
                  <a:cubicBezTo>
                    <a:pt x="181746" y="54969"/>
                    <a:pt x="185768" y="71619"/>
                    <a:pt x="185768" y="90645"/>
                  </a:cubicBezTo>
                  <a:close/>
                  <a:moveTo>
                    <a:pt x="126307" y="75356"/>
                  </a:moveTo>
                  <a:cubicBezTo>
                    <a:pt x="126307" y="65388"/>
                    <a:pt x="122908" y="57461"/>
                    <a:pt x="116113" y="51572"/>
                  </a:cubicBezTo>
                  <a:cubicBezTo>
                    <a:pt x="109317" y="45683"/>
                    <a:pt x="100824" y="42737"/>
                    <a:pt x="90631" y="42737"/>
                  </a:cubicBezTo>
                  <a:cubicBezTo>
                    <a:pt x="80891" y="42737"/>
                    <a:pt x="72678" y="45569"/>
                    <a:pt x="65996" y="51232"/>
                  </a:cubicBezTo>
                  <a:cubicBezTo>
                    <a:pt x="59313" y="56895"/>
                    <a:pt x="55180" y="64937"/>
                    <a:pt x="53595" y="75356"/>
                  </a:cubicBezTo>
                  <a:lnTo>
                    <a:pt x="126307" y="75356"/>
                  </a:lnTo>
                  <a:close/>
                </a:path>
              </a:pathLst>
            </a:custGeom>
            <a:solidFill>
              <a:schemeClr val="bg1"/>
            </a:solidFill>
            <a:ln w="247" cap="flat">
              <a:noFill/>
              <a:prstDash val="solid"/>
              <a:round/>
            </a:ln>
          </p:spPr>
          <p:txBody>
            <a:bodyPr rtlCol="0" anchor="ctr"/>
            <a:lstStyle/>
            <a:p>
              <a:endParaRPr lang="en-IN">
                <a:latin typeface="Arial" panose="020B0604020202020204" pitchFamily="34" charset="0"/>
                <a:cs typeface="Arial" panose="020B0604020202020204" pitchFamily="34" charset="0"/>
                <a:sym typeface="Arial" panose="020B0604020202020204" pitchFamily="34" charset="0"/>
              </a:endParaRPr>
            </a:p>
          </p:txBody>
        </p:sp>
        <p:sp>
          <p:nvSpPr>
            <p:cNvPr id="35" name="Freeform: Shape 34">
              <a:extLst>
                <a:ext uri="{FF2B5EF4-FFF2-40B4-BE49-F238E27FC236}">
                  <a16:creationId xmlns:a16="http://schemas.microsoft.com/office/drawing/2014/main" id="{C89EBDF5-6971-B7F5-B5F1-0775BA50FB7A}"/>
                </a:ext>
              </a:extLst>
            </p:cNvPr>
            <p:cNvSpPr/>
            <p:nvPr/>
          </p:nvSpPr>
          <p:spPr>
            <a:xfrm>
              <a:off x="-811866" y="968459"/>
              <a:ext cx="190274" cy="195031"/>
            </a:xfrm>
            <a:custGeom>
              <a:avLst/>
              <a:gdLst>
                <a:gd name="connsiteX0" fmla="*/ 184949 w 190274"/>
                <a:gd name="connsiteY0" fmla="*/ 90645 h 195031"/>
                <a:gd name="connsiteX1" fmla="*/ 183929 w 190274"/>
                <a:gd name="connsiteY1" fmla="*/ 107635 h 195031"/>
                <a:gd name="connsiteX2" fmla="*/ 52437 w 190274"/>
                <a:gd name="connsiteY2" fmla="*/ 107635 h 195031"/>
                <a:gd name="connsiteX3" fmla="*/ 63818 w 190274"/>
                <a:gd name="connsiteY3" fmla="*/ 134648 h 195031"/>
                <a:gd name="connsiteX4" fmla="*/ 88453 w 190274"/>
                <a:gd name="connsiteY4" fmla="*/ 143991 h 195031"/>
                <a:gd name="connsiteX5" fmla="*/ 118691 w 190274"/>
                <a:gd name="connsiteY5" fmla="*/ 125642 h 195031"/>
                <a:gd name="connsiteX6" fmla="*/ 180533 w 190274"/>
                <a:gd name="connsiteY6" fmla="*/ 125642 h 195031"/>
                <a:gd name="connsiteX7" fmla="*/ 163374 w 190274"/>
                <a:gd name="connsiteY7" fmla="*/ 159280 h 195031"/>
                <a:gd name="connsiteX8" fmla="*/ 132285 w 190274"/>
                <a:gd name="connsiteY8" fmla="*/ 182724 h 195031"/>
                <a:gd name="connsiteX9" fmla="*/ 90491 w 190274"/>
                <a:gd name="connsiteY9" fmla="*/ 191219 h 195031"/>
                <a:gd name="connsiteX10" fmla="*/ 40884 w 190274"/>
                <a:gd name="connsiteY10" fmla="*/ 179327 h 195031"/>
                <a:gd name="connsiteX11" fmla="*/ 6906 w 190274"/>
                <a:gd name="connsiteY11" fmla="*/ 145350 h 195031"/>
                <a:gd name="connsiteX12" fmla="*/ -5326 w 190274"/>
                <a:gd name="connsiteY12" fmla="*/ 93705 h 195031"/>
                <a:gd name="connsiteX13" fmla="*/ 6735 w 190274"/>
                <a:gd name="connsiteY13" fmla="*/ 42057 h 195031"/>
                <a:gd name="connsiteX14" fmla="*/ 40544 w 190274"/>
                <a:gd name="connsiteY14" fmla="*/ 8080 h 195031"/>
                <a:gd name="connsiteX15" fmla="*/ 90491 w 190274"/>
                <a:gd name="connsiteY15" fmla="*/ -3812 h 195031"/>
                <a:gd name="connsiteX16" fmla="*/ 139418 w 190274"/>
                <a:gd name="connsiteY16" fmla="*/ 7740 h 195031"/>
                <a:gd name="connsiteX17" fmla="*/ 172885 w 190274"/>
                <a:gd name="connsiteY17" fmla="*/ 40699 h 195031"/>
                <a:gd name="connsiteX18" fmla="*/ 184949 w 190274"/>
                <a:gd name="connsiteY18" fmla="*/ 90645 h 195031"/>
                <a:gd name="connsiteX19" fmla="*/ 125488 w 190274"/>
                <a:gd name="connsiteY19" fmla="*/ 75356 h 195031"/>
                <a:gd name="connsiteX20" fmla="*/ 115294 w 190274"/>
                <a:gd name="connsiteY20" fmla="*/ 51572 h 195031"/>
                <a:gd name="connsiteX21" fmla="*/ 89811 w 190274"/>
                <a:gd name="connsiteY21" fmla="*/ 42737 h 195031"/>
                <a:gd name="connsiteX22" fmla="*/ 65177 w 190274"/>
                <a:gd name="connsiteY22" fmla="*/ 51232 h 195031"/>
                <a:gd name="connsiteX23" fmla="*/ 52776 w 190274"/>
                <a:gd name="connsiteY23" fmla="*/ 75356 h 195031"/>
                <a:gd name="connsiteX24" fmla="*/ 125488 w 190274"/>
                <a:gd name="connsiteY24" fmla="*/ 75356 h 195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0274" h="195031">
                  <a:moveTo>
                    <a:pt x="184949" y="90645"/>
                  </a:moveTo>
                  <a:cubicBezTo>
                    <a:pt x="184949" y="96083"/>
                    <a:pt x="184609" y="101746"/>
                    <a:pt x="183929" y="107635"/>
                  </a:cubicBezTo>
                  <a:lnTo>
                    <a:pt x="52437" y="107635"/>
                  </a:lnTo>
                  <a:cubicBezTo>
                    <a:pt x="53342" y="119413"/>
                    <a:pt x="57135" y="128416"/>
                    <a:pt x="63818" y="134648"/>
                  </a:cubicBezTo>
                  <a:cubicBezTo>
                    <a:pt x="70500" y="140876"/>
                    <a:pt x="78713" y="143991"/>
                    <a:pt x="88453" y="143991"/>
                  </a:cubicBezTo>
                  <a:cubicBezTo>
                    <a:pt x="102948" y="143991"/>
                    <a:pt x="113030" y="137874"/>
                    <a:pt x="118691" y="125642"/>
                  </a:cubicBezTo>
                  <a:lnTo>
                    <a:pt x="180533" y="125642"/>
                  </a:lnTo>
                  <a:cubicBezTo>
                    <a:pt x="177361" y="138102"/>
                    <a:pt x="171641" y="149314"/>
                    <a:pt x="163374" y="159280"/>
                  </a:cubicBezTo>
                  <a:cubicBezTo>
                    <a:pt x="155104" y="169248"/>
                    <a:pt x="144742" y="177061"/>
                    <a:pt x="132285" y="182724"/>
                  </a:cubicBezTo>
                  <a:cubicBezTo>
                    <a:pt x="119825" y="188388"/>
                    <a:pt x="105894" y="191219"/>
                    <a:pt x="90491" y="191219"/>
                  </a:cubicBezTo>
                  <a:cubicBezTo>
                    <a:pt x="71916" y="191219"/>
                    <a:pt x="55380" y="187255"/>
                    <a:pt x="40884" y="179327"/>
                  </a:cubicBezTo>
                  <a:cubicBezTo>
                    <a:pt x="26386" y="171400"/>
                    <a:pt x="15062" y="160073"/>
                    <a:pt x="6906" y="145350"/>
                  </a:cubicBezTo>
                  <a:cubicBezTo>
                    <a:pt x="-1249" y="130626"/>
                    <a:pt x="-5326" y="113410"/>
                    <a:pt x="-5326" y="93705"/>
                  </a:cubicBezTo>
                  <a:cubicBezTo>
                    <a:pt x="-5326" y="73997"/>
                    <a:pt x="-1306" y="56781"/>
                    <a:pt x="6735" y="42057"/>
                  </a:cubicBezTo>
                  <a:cubicBezTo>
                    <a:pt x="14776" y="27334"/>
                    <a:pt x="26046" y="16009"/>
                    <a:pt x="40544" y="8080"/>
                  </a:cubicBezTo>
                  <a:cubicBezTo>
                    <a:pt x="55040" y="152"/>
                    <a:pt x="71691" y="-3812"/>
                    <a:pt x="90491" y="-3812"/>
                  </a:cubicBezTo>
                  <a:cubicBezTo>
                    <a:pt x="108840" y="-3812"/>
                    <a:pt x="125148" y="38"/>
                    <a:pt x="139418" y="7740"/>
                  </a:cubicBezTo>
                  <a:cubicBezTo>
                    <a:pt x="153688" y="15442"/>
                    <a:pt x="164847" y="26429"/>
                    <a:pt x="172885" y="40699"/>
                  </a:cubicBezTo>
                  <a:cubicBezTo>
                    <a:pt x="180929" y="54969"/>
                    <a:pt x="184949" y="71619"/>
                    <a:pt x="184949" y="90645"/>
                  </a:cubicBezTo>
                  <a:close/>
                  <a:moveTo>
                    <a:pt x="125488" y="75356"/>
                  </a:moveTo>
                  <a:cubicBezTo>
                    <a:pt x="125488" y="65388"/>
                    <a:pt x="122091" y="57461"/>
                    <a:pt x="115294" y="51572"/>
                  </a:cubicBezTo>
                  <a:cubicBezTo>
                    <a:pt x="108498" y="45683"/>
                    <a:pt x="100005" y="42737"/>
                    <a:pt x="89811" y="42737"/>
                  </a:cubicBezTo>
                  <a:cubicBezTo>
                    <a:pt x="80072" y="42737"/>
                    <a:pt x="71859" y="45569"/>
                    <a:pt x="65177" y="51232"/>
                  </a:cubicBezTo>
                  <a:cubicBezTo>
                    <a:pt x="58494" y="56895"/>
                    <a:pt x="54361" y="64937"/>
                    <a:pt x="52776" y="75356"/>
                  </a:cubicBezTo>
                  <a:lnTo>
                    <a:pt x="125488" y="75356"/>
                  </a:lnTo>
                  <a:close/>
                </a:path>
              </a:pathLst>
            </a:custGeom>
            <a:solidFill>
              <a:schemeClr val="bg1"/>
            </a:solidFill>
            <a:ln w="247" cap="flat">
              <a:noFill/>
              <a:prstDash val="solid"/>
              <a:round/>
            </a:ln>
          </p:spPr>
          <p:txBody>
            <a:bodyPr rtlCol="0" anchor="ctr"/>
            <a:lstStyle/>
            <a:p>
              <a:endParaRPr lang="en-IN">
                <a:latin typeface="Arial" panose="020B0604020202020204" pitchFamily="34" charset="0"/>
                <a:cs typeface="Arial" panose="020B0604020202020204" pitchFamily="34" charset="0"/>
                <a:sym typeface="Arial" panose="020B0604020202020204" pitchFamily="34" charset="0"/>
              </a:endParaRPr>
            </a:p>
          </p:txBody>
        </p:sp>
        <p:sp>
          <p:nvSpPr>
            <p:cNvPr id="36" name="Freeform: Shape 35">
              <a:extLst>
                <a:ext uri="{FF2B5EF4-FFF2-40B4-BE49-F238E27FC236}">
                  <a16:creationId xmlns:a16="http://schemas.microsoft.com/office/drawing/2014/main" id="{1F40713D-9E85-58D9-6CD3-A9892247A41C}"/>
                </a:ext>
              </a:extLst>
            </p:cNvPr>
            <p:cNvSpPr/>
            <p:nvPr/>
          </p:nvSpPr>
          <p:spPr>
            <a:xfrm>
              <a:off x="-557402" y="969138"/>
              <a:ext cx="188575" cy="191634"/>
            </a:xfrm>
            <a:custGeom>
              <a:avLst/>
              <a:gdLst>
                <a:gd name="connsiteX0" fmla="*/ 109342 w 188575"/>
                <a:gd name="connsiteY0" fmla="*/ -3809 h 191634"/>
                <a:gd name="connsiteX1" fmla="*/ 162517 w 188575"/>
                <a:gd name="connsiteY1" fmla="*/ 17769 h 191634"/>
                <a:gd name="connsiteX2" fmla="*/ 182393 w 188575"/>
                <a:gd name="connsiteY2" fmla="*/ 77058 h 191634"/>
                <a:gd name="connsiteX3" fmla="*/ 182393 w 188575"/>
                <a:gd name="connsiteY3" fmla="*/ 187826 h 191634"/>
                <a:gd name="connsiteX4" fmla="*/ 124631 w 188575"/>
                <a:gd name="connsiteY4" fmla="*/ 187826 h 191634"/>
                <a:gd name="connsiteX5" fmla="*/ 124631 w 188575"/>
                <a:gd name="connsiteY5" fmla="*/ 84874 h 191634"/>
                <a:gd name="connsiteX6" fmla="*/ 114777 w 188575"/>
                <a:gd name="connsiteY6" fmla="*/ 55312 h 191634"/>
                <a:gd name="connsiteX7" fmla="*/ 88275 w 188575"/>
                <a:gd name="connsiteY7" fmla="*/ 44781 h 191634"/>
                <a:gd name="connsiteX8" fmla="*/ 61773 w 188575"/>
                <a:gd name="connsiteY8" fmla="*/ 55312 h 191634"/>
                <a:gd name="connsiteX9" fmla="*/ 51919 w 188575"/>
                <a:gd name="connsiteY9" fmla="*/ 84874 h 191634"/>
                <a:gd name="connsiteX10" fmla="*/ 51919 w 188575"/>
                <a:gd name="connsiteY10" fmla="*/ 187826 h 191634"/>
                <a:gd name="connsiteX11" fmla="*/ -6183 w 188575"/>
                <a:gd name="connsiteY11" fmla="*/ 187826 h 191634"/>
                <a:gd name="connsiteX12" fmla="*/ -6183 w 188575"/>
                <a:gd name="connsiteY12" fmla="*/ -1768 h 191634"/>
                <a:gd name="connsiteX13" fmla="*/ 51919 w 188575"/>
                <a:gd name="connsiteY13" fmla="*/ -1768 h 191634"/>
                <a:gd name="connsiteX14" fmla="*/ 51919 w 188575"/>
                <a:gd name="connsiteY14" fmla="*/ 23375 h 191634"/>
                <a:gd name="connsiteX15" fmla="*/ 75704 w 188575"/>
                <a:gd name="connsiteY15" fmla="*/ 3496 h 191634"/>
                <a:gd name="connsiteX16" fmla="*/ 109342 w 188575"/>
                <a:gd name="connsiteY16" fmla="*/ -3809 h 191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88575" h="191634">
                  <a:moveTo>
                    <a:pt x="109342" y="-3809"/>
                  </a:moveTo>
                  <a:cubicBezTo>
                    <a:pt x="131539" y="-3809"/>
                    <a:pt x="149266" y="3384"/>
                    <a:pt x="162517" y="17769"/>
                  </a:cubicBezTo>
                  <a:cubicBezTo>
                    <a:pt x="175768" y="32153"/>
                    <a:pt x="182393" y="51915"/>
                    <a:pt x="182393" y="77058"/>
                  </a:cubicBezTo>
                  <a:lnTo>
                    <a:pt x="182393" y="187826"/>
                  </a:lnTo>
                  <a:lnTo>
                    <a:pt x="124631" y="187826"/>
                  </a:lnTo>
                  <a:lnTo>
                    <a:pt x="124631" y="84874"/>
                  </a:lnTo>
                  <a:cubicBezTo>
                    <a:pt x="124631" y="72188"/>
                    <a:pt x="121346" y="62334"/>
                    <a:pt x="114777" y="55312"/>
                  </a:cubicBezTo>
                  <a:cubicBezTo>
                    <a:pt x="108209" y="48290"/>
                    <a:pt x="99374" y="44781"/>
                    <a:pt x="88275" y="44781"/>
                  </a:cubicBezTo>
                  <a:cubicBezTo>
                    <a:pt x="77177" y="44781"/>
                    <a:pt x="68342" y="48290"/>
                    <a:pt x="61773" y="55312"/>
                  </a:cubicBezTo>
                  <a:cubicBezTo>
                    <a:pt x="55205" y="62334"/>
                    <a:pt x="51919" y="72188"/>
                    <a:pt x="51919" y="84874"/>
                  </a:cubicBezTo>
                  <a:lnTo>
                    <a:pt x="51919" y="187826"/>
                  </a:lnTo>
                  <a:lnTo>
                    <a:pt x="-6183" y="187826"/>
                  </a:lnTo>
                  <a:lnTo>
                    <a:pt x="-6183" y="-1768"/>
                  </a:lnTo>
                  <a:lnTo>
                    <a:pt x="51919" y="-1768"/>
                  </a:lnTo>
                  <a:lnTo>
                    <a:pt x="51919" y="23375"/>
                  </a:lnTo>
                  <a:cubicBezTo>
                    <a:pt x="57809" y="14994"/>
                    <a:pt x="65738" y="8368"/>
                    <a:pt x="75704" y="3496"/>
                  </a:cubicBezTo>
                  <a:cubicBezTo>
                    <a:pt x="85672" y="-1374"/>
                    <a:pt x="96882" y="-3809"/>
                    <a:pt x="109342" y="-3809"/>
                  </a:cubicBezTo>
                  <a:close/>
                </a:path>
              </a:pathLst>
            </a:custGeom>
            <a:solidFill>
              <a:schemeClr val="bg1"/>
            </a:solidFill>
            <a:ln w="247" cap="flat">
              <a:noFill/>
              <a:prstDash val="solid"/>
              <a:round/>
            </a:ln>
          </p:spPr>
          <p:txBody>
            <a:bodyPr rtlCol="0" anchor="ctr"/>
            <a:lstStyle/>
            <a:p>
              <a:endParaRPr lang="en-IN">
                <a:latin typeface="Arial" panose="020B0604020202020204" pitchFamily="34" charset="0"/>
                <a:cs typeface="Arial" panose="020B0604020202020204" pitchFamily="34" charset="0"/>
                <a:sym typeface="Arial" panose="020B0604020202020204" pitchFamily="34" charset="0"/>
              </a:endParaRPr>
            </a:p>
          </p:txBody>
        </p:sp>
        <p:sp>
          <p:nvSpPr>
            <p:cNvPr id="37" name="Freeform: Shape 36">
              <a:extLst>
                <a:ext uri="{FF2B5EF4-FFF2-40B4-BE49-F238E27FC236}">
                  <a16:creationId xmlns:a16="http://schemas.microsoft.com/office/drawing/2014/main" id="{1D449B3C-3AF3-4A76-A4BB-28450906D963}"/>
                </a:ext>
              </a:extLst>
            </p:cNvPr>
            <p:cNvSpPr/>
            <p:nvPr/>
          </p:nvSpPr>
          <p:spPr>
            <a:xfrm>
              <a:off x="-1779782" y="1215889"/>
              <a:ext cx="113261" cy="152576"/>
            </a:xfrm>
            <a:custGeom>
              <a:avLst/>
              <a:gdLst>
                <a:gd name="connsiteX0" fmla="*/ -1260 w 113261"/>
                <a:gd name="connsiteY0" fmla="*/ 90952 h 152576"/>
                <a:gd name="connsiteX1" fmla="*/ 5666 w 113261"/>
                <a:gd name="connsiteY1" fmla="*/ 60905 h 152576"/>
                <a:gd name="connsiteX2" fmla="*/ 24713 w 113261"/>
                <a:gd name="connsiteY2" fmla="*/ 40840 h 152576"/>
                <a:gd name="connsiteX3" fmla="*/ 51909 w 113261"/>
                <a:gd name="connsiteY3" fmla="*/ 33711 h 152576"/>
                <a:gd name="connsiteX4" fmla="*/ 76149 w 113261"/>
                <a:gd name="connsiteY4" fmla="*/ 39719 h 152576"/>
                <a:gd name="connsiteX5" fmla="*/ 93260 w 113261"/>
                <a:gd name="connsiteY5" fmla="*/ 55507 h 152576"/>
                <a:gd name="connsiteX6" fmla="*/ 93260 w 113261"/>
                <a:gd name="connsiteY6" fmla="*/ -3569 h 152576"/>
                <a:gd name="connsiteX7" fmla="*/ 112002 w 113261"/>
                <a:gd name="connsiteY7" fmla="*/ -3569 h 152576"/>
                <a:gd name="connsiteX8" fmla="*/ 112002 w 113261"/>
                <a:gd name="connsiteY8" fmla="*/ 147175 h 152576"/>
                <a:gd name="connsiteX9" fmla="*/ 93260 w 113261"/>
                <a:gd name="connsiteY9" fmla="*/ 147175 h 152576"/>
                <a:gd name="connsiteX10" fmla="*/ 93260 w 113261"/>
                <a:gd name="connsiteY10" fmla="*/ 126193 h 152576"/>
                <a:gd name="connsiteX11" fmla="*/ 76964 w 113261"/>
                <a:gd name="connsiteY11" fmla="*/ 142592 h 152576"/>
                <a:gd name="connsiteX12" fmla="*/ 51705 w 113261"/>
                <a:gd name="connsiteY12" fmla="*/ 149008 h 152576"/>
                <a:gd name="connsiteX13" fmla="*/ 24713 w 113261"/>
                <a:gd name="connsiteY13" fmla="*/ 141675 h 152576"/>
                <a:gd name="connsiteX14" fmla="*/ 5666 w 113261"/>
                <a:gd name="connsiteY14" fmla="*/ 121100 h 152576"/>
                <a:gd name="connsiteX15" fmla="*/ -1260 w 113261"/>
                <a:gd name="connsiteY15" fmla="*/ 90952 h 152576"/>
                <a:gd name="connsiteX16" fmla="*/ 93260 w 113261"/>
                <a:gd name="connsiteY16" fmla="*/ 91156 h 152576"/>
                <a:gd name="connsiteX17" fmla="*/ 88169 w 113261"/>
                <a:gd name="connsiteY17" fmla="*/ 69155 h 152576"/>
                <a:gd name="connsiteX18" fmla="*/ 74417 w 113261"/>
                <a:gd name="connsiteY18" fmla="*/ 54793 h 152576"/>
                <a:gd name="connsiteX19" fmla="*/ 55371 w 113261"/>
                <a:gd name="connsiteY19" fmla="*/ 49803 h 152576"/>
                <a:gd name="connsiteX20" fmla="*/ 36426 w 113261"/>
                <a:gd name="connsiteY20" fmla="*/ 54692 h 152576"/>
                <a:gd name="connsiteX21" fmla="*/ 22777 w 113261"/>
                <a:gd name="connsiteY21" fmla="*/ 68952 h 152576"/>
                <a:gd name="connsiteX22" fmla="*/ 17686 w 113261"/>
                <a:gd name="connsiteY22" fmla="*/ 90952 h 152576"/>
                <a:gd name="connsiteX23" fmla="*/ 22777 w 113261"/>
                <a:gd name="connsiteY23" fmla="*/ 113257 h 152576"/>
                <a:gd name="connsiteX24" fmla="*/ 36426 w 113261"/>
                <a:gd name="connsiteY24" fmla="*/ 127720 h 152576"/>
                <a:gd name="connsiteX25" fmla="*/ 55371 w 113261"/>
                <a:gd name="connsiteY25" fmla="*/ 132712 h 152576"/>
                <a:gd name="connsiteX26" fmla="*/ 74417 w 113261"/>
                <a:gd name="connsiteY26" fmla="*/ 127720 h 152576"/>
                <a:gd name="connsiteX27" fmla="*/ 88169 w 113261"/>
                <a:gd name="connsiteY27" fmla="*/ 113257 h 152576"/>
                <a:gd name="connsiteX28" fmla="*/ 93260 w 113261"/>
                <a:gd name="connsiteY28" fmla="*/ 91156 h 152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3261" h="152576">
                  <a:moveTo>
                    <a:pt x="-1260" y="90952"/>
                  </a:moveTo>
                  <a:cubicBezTo>
                    <a:pt x="-1260" y="79544"/>
                    <a:pt x="1049" y="69529"/>
                    <a:pt x="5666" y="60905"/>
                  </a:cubicBezTo>
                  <a:cubicBezTo>
                    <a:pt x="10284" y="52281"/>
                    <a:pt x="16633" y="45593"/>
                    <a:pt x="24713" y="40840"/>
                  </a:cubicBezTo>
                  <a:cubicBezTo>
                    <a:pt x="32794" y="36086"/>
                    <a:pt x="41859" y="33711"/>
                    <a:pt x="51909" y="33711"/>
                  </a:cubicBezTo>
                  <a:cubicBezTo>
                    <a:pt x="60599" y="33711"/>
                    <a:pt x="68681" y="35713"/>
                    <a:pt x="76149" y="39719"/>
                  </a:cubicBezTo>
                  <a:cubicBezTo>
                    <a:pt x="83618" y="43726"/>
                    <a:pt x="89322" y="48988"/>
                    <a:pt x="93260" y="55507"/>
                  </a:cubicBezTo>
                  <a:lnTo>
                    <a:pt x="93260" y="-3569"/>
                  </a:lnTo>
                  <a:lnTo>
                    <a:pt x="112002" y="-3569"/>
                  </a:lnTo>
                  <a:lnTo>
                    <a:pt x="112002" y="147175"/>
                  </a:lnTo>
                  <a:lnTo>
                    <a:pt x="93260" y="147175"/>
                  </a:lnTo>
                  <a:lnTo>
                    <a:pt x="93260" y="126193"/>
                  </a:lnTo>
                  <a:cubicBezTo>
                    <a:pt x="89594" y="132847"/>
                    <a:pt x="84162" y="138313"/>
                    <a:pt x="76964" y="142592"/>
                  </a:cubicBezTo>
                  <a:cubicBezTo>
                    <a:pt x="69767" y="146869"/>
                    <a:pt x="61347" y="149008"/>
                    <a:pt x="51705" y="149008"/>
                  </a:cubicBezTo>
                  <a:cubicBezTo>
                    <a:pt x="41791" y="149008"/>
                    <a:pt x="32794" y="146564"/>
                    <a:pt x="24713" y="141675"/>
                  </a:cubicBezTo>
                  <a:cubicBezTo>
                    <a:pt x="16633" y="136785"/>
                    <a:pt x="10284" y="129928"/>
                    <a:pt x="5666" y="121100"/>
                  </a:cubicBezTo>
                  <a:cubicBezTo>
                    <a:pt x="1049" y="112273"/>
                    <a:pt x="-1260" y="102223"/>
                    <a:pt x="-1260" y="90952"/>
                  </a:cubicBezTo>
                  <a:close/>
                  <a:moveTo>
                    <a:pt x="93260" y="91156"/>
                  </a:moveTo>
                  <a:cubicBezTo>
                    <a:pt x="93260" y="82736"/>
                    <a:pt x="91564" y="75402"/>
                    <a:pt x="88169" y="69155"/>
                  </a:cubicBezTo>
                  <a:cubicBezTo>
                    <a:pt x="84773" y="62907"/>
                    <a:pt x="80190" y="58120"/>
                    <a:pt x="74417" y="54793"/>
                  </a:cubicBezTo>
                  <a:cubicBezTo>
                    <a:pt x="68646" y="51466"/>
                    <a:pt x="62297" y="49803"/>
                    <a:pt x="55371" y="49803"/>
                  </a:cubicBezTo>
                  <a:cubicBezTo>
                    <a:pt x="48445" y="49803"/>
                    <a:pt x="42130" y="51432"/>
                    <a:pt x="36426" y="54692"/>
                  </a:cubicBezTo>
                  <a:cubicBezTo>
                    <a:pt x="30723" y="57951"/>
                    <a:pt x="26173" y="62704"/>
                    <a:pt x="22777" y="68952"/>
                  </a:cubicBezTo>
                  <a:cubicBezTo>
                    <a:pt x="19383" y="75198"/>
                    <a:pt x="17686" y="82532"/>
                    <a:pt x="17686" y="90952"/>
                  </a:cubicBezTo>
                  <a:cubicBezTo>
                    <a:pt x="17686" y="99507"/>
                    <a:pt x="19383" y="106943"/>
                    <a:pt x="22777" y="113257"/>
                  </a:cubicBezTo>
                  <a:cubicBezTo>
                    <a:pt x="26173" y="119572"/>
                    <a:pt x="30723" y="124393"/>
                    <a:pt x="36426" y="127720"/>
                  </a:cubicBezTo>
                  <a:cubicBezTo>
                    <a:pt x="42130" y="131048"/>
                    <a:pt x="48445" y="132712"/>
                    <a:pt x="55371" y="132712"/>
                  </a:cubicBezTo>
                  <a:cubicBezTo>
                    <a:pt x="62297" y="132712"/>
                    <a:pt x="68646" y="131048"/>
                    <a:pt x="74417" y="127720"/>
                  </a:cubicBezTo>
                  <a:cubicBezTo>
                    <a:pt x="80190" y="124393"/>
                    <a:pt x="84773" y="119572"/>
                    <a:pt x="88169" y="113257"/>
                  </a:cubicBezTo>
                  <a:cubicBezTo>
                    <a:pt x="91564" y="106943"/>
                    <a:pt x="93260" y="99576"/>
                    <a:pt x="93260" y="91156"/>
                  </a:cubicBezTo>
                  <a:close/>
                </a:path>
              </a:pathLst>
            </a:custGeom>
            <a:solidFill>
              <a:schemeClr val="bg1"/>
            </a:solidFill>
            <a:ln w="148" cap="flat">
              <a:noFill/>
              <a:prstDash val="solid"/>
              <a:round/>
            </a:ln>
          </p:spPr>
          <p:txBody>
            <a:bodyPr rtlCol="0" anchor="ctr"/>
            <a:lstStyle/>
            <a:p>
              <a:endParaRPr lang="en-IN">
                <a:latin typeface="Arial" panose="020B0604020202020204" pitchFamily="34" charset="0"/>
                <a:cs typeface="Arial" panose="020B0604020202020204" pitchFamily="34" charset="0"/>
                <a:sym typeface="Arial" panose="020B0604020202020204" pitchFamily="34" charset="0"/>
              </a:endParaRPr>
            </a:p>
          </p:txBody>
        </p:sp>
        <p:sp>
          <p:nvSpPr>
            <p:cNvPr id="38" name="Freeform: Shape 37">
              <a:extLst>
                <a:ext uri="{FF2B5EF4-FFF2-40B4-BE49-F238E27FC236}">
                  <a16:creationId xmlns:a16="http://schemas.microsoft.com/office/drawing/2014/main" id="{A43C7370-9610-23B3-F00D-91CED73A7904}"/>
                </a:ext>
              </a:extLst>
            </p:cNvPr>
            <p:cNvSpPr/>
            <p:nvPr/>
          </p:nvSpPr>
          <p:spPr>
            <a:xfrm>
              <a:off x="-1419642" y="1211612"/>
              <a:ext cx="24851" cy="155020"/>
            </a:xfrm>
            <a:custGeom>
              <a:avLst/>
              <a:gdLst>
                <a:gd name="connsiteX0" fmla="*/ 9640 w 24851"/>
                <a:gd name="connsiteY0" fmla="*/ 21709 h 155020"/>
                <a:gd name="connsiteX1" fmla="*/ 677 w 24851"/>
                <a:gd name="connsiteY1" fmla="*/ 18043 h 155020"/>
                <a:gd name="connsiteX2" fmla="*/ -2988 w 24851"/>
                <a:gd name="connsiteY2" fmla="*/ 9079 h 155020"/>
                <a:gd name="connsiteX3" fmla="*/ 677 w 24851"/>
                <a:gd name="connsiteY3" fmla="*/ 116 h 155020"/>
                <a:gd name="connsiteX4" fmla="*/ 9640 w 24851"/>
                <a:gd name="connsiteY4" fmla="*/ -3550 h 155020"/>
                <a:gd name="connsiteX5" fmla="*/ 18298 w 24851"/>
                <a:gd name="connsiteY5" fmla="*/ 116 h 155020"/>
                <a:gd name="connsiteX6" fmla="*/ 21863 w 24851"/>
                <a:gd name="connsiteY6" fmla="*/ 9079 h 155020"/>
                <a:gd name="connsiteX7" fmla="*/ 18298 w 24851"/>
                <a:gd name="connsiteY7" fmla="*/ 18043 h 155020"/>
                <a:gd name="connsiteX8" fmla="*/ 9640 w 24851"/>
                <a:gd name="connsiteY8" fmla="*/ 21709 h 155020"/>
                <a:gd name="connsiteX9" fmla="*/ 18604 w 24851"/>
                <a:gd name="connsiteY9" fmla="*/ 39839 h 155020"/>
                <a:gd name="connsiteX10" fmla="*/ 18604 w 24851"/>
                <a:gd name="connsiteY10" fmla="*/ 151471 h 155020"/>
                <a:gd name="connsiteX11" fmla="*/ 66 w 24851"/>
                <a:gd name="connsiteY11" fmla="*/ 151471 h 155020"/>
                <a:gd name="connsiteX12" fmla="*/ 66 w 24851"/>
                <a:gd name="connsiteY12" fmla="*/ 39839 h 155020"/>
                <a:gd name="connsiteX13" fmla="*/ 18604 w 24851"/>
                <a:gd name="connsiteY13" fmla="*/ 39839 h 155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851" h="155020">
                  <a:moveTo>
                    <a:pt x="9640" y="21709"/>
                  </a:moveTo>
                  <a:cubicBezTo>
                    <a:pt x="6110" y="21709"/>
                    <a:pt x="3123" y="20487"/>
                    <a:pt x="677" y="18043"/>
                  </a:cubicBezTo>
                  <a:cubicBezTo>
                    <a:pt x="-1766" y="15597"/>
                    <a:pt x="-2988" y="12611"/>
                    <a:pt x="-2988" y="9079"/>
                  </a:cubicBezTo>
                  <a:cubicBezTo>
                    <a:pt x="-2988" y="5548"/>
                    <a:pt x="-1766" y="2561"/>
                    <a:pt x="677" y="116"/>
                  </a:cubicBezTo>
                  <a:cubicBezTo>
                    <a:pt x="3123" y="-2328"/>
                    <a:pt x="6110" y="-3550"/>
                    <a:pt x="9640" y="-3550"/>
                  </a:cubicBezTo>
                  <a:cubicBezTo>
                    <a:pt x="13036" y="-3550"/>
                    <a:pt x="15923" y="-2328"/>
                    <a:pt x="18298" y="116"/>
                  </a:cubicBezTo>
                  <a:cubicBezTo>
                    <a:pt x="20675" y="2561"/>
                    <a:pt x="21863" y="5548"/>
                    <a:pt x="21863" y="9079"/>
                  </a:cubicBezTo>
                  <a:cubicBezTo>
                    <a:pt x="21863" y="12611"/>
                    <a:pt x="20675" y="15597"/>
                    <a:pt x="18298" y="18043"/>
                  </a:cubicBezTo>
                  <a:cubicBezTo>
                    <a:pt x="15923" y="20487"/>
                    <a:pt x="13036" y="21709"/>
                    <a:pt x="9640" y="21709"/>
                  </a:cubicBezTo>
                  <a:close/>
                  <a:moveTo>
                    <a:pt x="18604" y="39839"/>
                  </a:moveTo>
                  <a:lnTo>
                    <a:pt x="18604" y="151471"/>
                  </a:lnTo>
                  <a:lnTo>
                    <a:pt x="66" y="151471"/>
                  </a:lnTo>
                  <a:lnTo>
                    <a:pt x="66" y="39839"/>
                  </a:lnTo>
                  <a:lnTo>
                    <a:pt x="18604" y="39839"/>
                  </a:lnTo>
                  <a:close/>
                </a:path>
              </a:pathLst>
            </a:custGeom>
            <a:solidFill>
              <a:schemeClr val="bg1"/>
            </a:solidFill>
            <a:ln w="148" cap="flat">
              <a:noFill/>
              <a:prstDash val="solid"/>
              <a:round/>
            </a:ln>
          </p:spPr>
          <p:txBody>
            <a:bodyPr rtlCol="0" anchor="ctr"/>
            <a:lstStyle/>
            <a:p>
              <a:endParaRPr lang="en-IN">
                <a:latin typeface="Arial" panose="020B0604020202020204" pitchFamily="34" charset="0"/>
                <a:cs typeface="Arial" panose="020B0604020202020204" pitchFamily="34" charset="0"/>
                <a:sym typeface="Arial" panose="020B0604020202020204" pitchFamily="34" charset="0"/>
              </a:endParaRPr>
            </a:p>
          </p:txBody>
        </p:sp>
        <p:sp>
          <p:nvSpPr>
            <p:cNvPr id="39" name="Freeform: Shape 38">
              <a:extLst>
                <a:ext uri="{FF2B5EF4-FFF2-40B4-BE49-F238E27FC236}">
                  <a16:creationId xmlns:a16="http://schemas.microsoft.com/office/drawing/2014/main" id="{F6EC0D58-9889-075B-3218-A7D0F2CB3E81}"/>
                </a:ext>
              </a:extLst>
            </p:cNvPr>
            <p:cNvSpPr/>
            <p:nvPr/>
          </p:nvSpPr>
          <p:spPr>
            <a:xfrm>
              <a:off x="-1323560" y="1253169"/>
              <a:ext cx="86373" cy="115297"/>
            </a:xfrm>
            <a:custGeom>
              <a:avLst/>
              <a:gdLst>
                <a:gd name="connsiteX0" fmla="*/ 41950 w 86373"/>
                <a:gd name="connsiteY0" fmla="*/ 111614 h 115297"/>
                <a:gd name="connsiteX1" fmla="*/ 18931 w 86373"/>
                <a:gd name="connsiteY1" fmla="*/ 107234 h 115297"/>
                <a:gd name="connsiteX2" fmla="*/ 2837 w 86373"/>
                <a:gd name="connsiteY2" fmla="*/ 95011 h 115297"/>
                <a:gd name="connsiteX3" fmla="*/ -3682 w 86373"/>
                <a:gd name="connsiteY3" fmla="*/ 76983 h 115297"/>
                <a:gd name="connsiteX4" fmla="*/ 15467 w 86373"/>
                <a:gd name="connsiteY4" fmla="*/ 76983 h 115297"/>
                <a:gd name="connsiteX5" fmla="*/ 23311 w 86373"/>
                <a:gd name="connsiteY5" fmla="*/ 90632 h 115297"/>
                <a:gd name="connsiteX6" fmla="*/ 41746 w 86373"/>
                <a:gd name="connsiteY6" fmla="*/ 95928 h 115297"/>
                <a:gd name="connsiteX7" fmla="*/ 58449 w 86373"/>
                <a:gd name="connsiteY7" fmla="*/ 91243 h 115297"/>
                <a:gd name="connsiteX8" fmla="*/ 64561 w 86373"/>
                <a:gd name="connsiteY8" fmla="*/ 79427 h 115297"/>
                <a:gd name="connsiteX9" fmla="*/ 58042 w 86373"/>
                <a:gd name="connsiteY9" fmla="*/ 68529 h 115297"/>
                <a:gd name="connsiteX10" fmla="*/ 37875 w 86373"/>
                <a:gd name="connsiteY10" fmla="*/ 61502 h 115297"/>
                <a:gd name="connsiteX11" fmla="*/ 17607 w 86373"/>
                <a:gd name="connsiteY11" fmla="*/ 54881 h 115297"/>
                <a:gd name="connsiteX12" fmla="*/ 4162 w 86373"/>
                <a:gd name="connsiteY12" fmla="*/ 44900 h 115297"/>
                <a:gd name="connsiteX13" fmla="*/ -1440 w 86373"/>
                <a:gd name="connsiteY13" fmla="*/ 27483 h 115297"/>
                <a:gd name="connsiteX14" fmla="*/ 3652 w 86373"/>
                <a:gd name="connsiteY14" fmla="*/ 11797 h 115297"/>
                <a:gd name="connsiteX15" fmla="*/ 18116 w 86373"/>
                <a:gd name="connsiteY15" fmla="*/ 492 h 115297"/>
                <a:gd name="connsiteX16" fmla="*/ 39506 w 86373"/>
                <a:gd name="connsiteY16" fmla="*/ -3684 h 115297"/>
                <a:gd name="connsiteX17" fmla="*/ 69450 w 86373"/>
                <a:gd name="connsiteY17" fmla="*/ 5686 h 115297"/>
                <a:gd name="connsiteX18" fmla="*/ 81672 w 86373"/>
                <a:gd name="connsiteY18" fmla="*/ 31354 h 115297"/>
                <a:gd name="connsiteX19" fmla="*/ 63135 w 86373"/>
                <a:gd name="connsiteY19" fmla="*/ 31354 h 115297"/>
                <a:gd name="connsiteX20" fmla="*/ 56107 w 86373"/>
                <a:gd name="connsiteY20" fmla="*/ 17298 h 115297"/>
                <a:gd name="connsiteX21" fmla="*/ 38893 w 86373"/>
                <a:gd name="connsiteY21" fmla="*/ 12001 h 115297"/>
                <a:gd name="connsiteX22" fmla="*/ 23004 w 86373"/>
                <a:gd name="connsiteY22" fmla="*/ 16278 h 115297"/>
                <a:gd name="connsiteX23" fmla="*/ 17097 w 86373"/>
                <a:gd name="connsiteY23" fmla="*/ 27483 h 115297"/>
                <a:gd name="connsiteX24" fmla="*/ 20661 w 86373"/>
                <a:gd name="connsiteY24" fmla="*/ 36548 h 115297"/>
                <a:gd name="connsiteX25" fmla="*/ 29626 w 86373"/>
                <a:gd name="connsiteY25" fmla="*/ 42252 h 115297"/>
                <a:gd name="connsiteX26" fmla="*/ 44597 w 86373"/>
                <a:gd name="connsiteY26" fmla="*/ 47039 h 115297"/>
                <a:gd name="connsiteX27" fmla="*/ 64154 w 86373"/>
                <a:gd name="connsiteY27" fmla="*/ 53455 h 115297"/>
                <a:gd name="connsiteX28" fmla="*/ 77089 w 86373"/>
                <a:gd name="connsiteY28" fmla="*/ 62927 h 115297"/>
                <a:gd name="connsiteX29" fmla="*/ 82692 w 86373"/>
                <a:gd name="connsiteY29" fmla="*/ 79427 h 115297"/>
                <a:gd name="connsiteX30" fmla="*/ 77598 w 86373"/>
                <a:gd name="connsiteY30" fmla="*/ 95928 h 115297"/>
                <a:gd name="connsiteX31" fmla="*/ 63236 w 86373"/>
                <a:gd name="connsiteY31" fmla="*/ 107438 h 115297"/>
                <a:gd name="connsiteX32" fmla="*/ 41950 w 86373"/>
                <a:gd name="connsiteY32" fmla="*/ 111614 h 115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86373" h="115297">
                  <a:moveTo>
                    <a:pt x="41950" y="111614"/>
                  </a:moveTo>
                  <a:cubicBezTo>
                    <a:pt x="33394" y="111614"/>
                    <a:pt x="25720" y="110154"/>
                    <a:pt x="18931" y="107234"/>
                  </a:cubicBezTo>
                  <a:cubicBezTo>
                    <a:pt x="12140" y="104314"/>
                    <a:pt x="6775" y="100240"/>
                    <a:pt x="2837" y="95011"/>
                  </a:cubicBezTo>
                  <a:cubicBezTo>
                    <a:pt x="-1101" y="89783"/>
                    <a:pt x="-3274" y="83774"/>
                    <a:pt x="-3682" y="76983"/>
                  </a:cubicBezTo>
                  <a:lnTo>
                    <a:pt x="15467" y="76983"/>
                  </a:lnTo>
                  <a:cubicBezTo>
                    <a:pt x="16011" y="82552"/>
                    <a:pt x="18625" y="87101"/>
                    <a:pt x="23311" y="90632"/>
                  </a:cubicBezTo>
                  <a:cubicBezTo>
                    <a:pt x="27995" y="94162"/>
                    <a:pt x="34140" y="95928"/>
                    <a:pt x="41746" y="95928"/>
                  </a:cubicBezTo>
                  <a:cubicBezTo>
                    <a:pt x="48807" y="95928"/>
                    <a:pt x="54376" y="94366"/>
                    <a:pt x="58449" y="91243"/>
                  </a:cubicBezTo>
                  <a:cubicBezTo>
                    <a:pt x="62524" y="88119"/>
                    <a:pt x="64561" y="84181"/>
                    <a:pt x="64561" y="79427"/>
                  </a:cubicBezTo>
                  <a:cubicBezTo>
                    <a:pt x="64561" y="74539"/>
                    <a:pt x="62389" y="70906"/>
                    <a:pt x="58042" y="68529"/>
                  </a:cubicBezTo>
                  <a:cubicBezTo>
                    <a:pt x="53697" y="66153"/>
                    <a:pt x="46974" y="63811"/>
                    <a:pt x="37875" y="61502"/>
                  </a:cubicBezTo>
                  <a:cubicBezTo>
                    <a:pt x="29592" y="59328"/>
                    <a:pt x="22835" y="57122"/>
                    <a:pt x="17607" y="54881"/>
                  </a:cubicBezTo>
                  <a:cubicBezTo>
                    <a:pt x="12378" y="52640"/>
                    <a:pt x="7896" y="49313"/>
                    <a:pt x="4162" y="44900"/>
                  </a:cubicBezTo>
                  <a:cubicBezTo>
                    <a:pt x="427" y="40486"/>
                    <a:pt x="-1440" y="34681"/>
                    <a:pt x="-1440" y="27483"/>
                  </a:cubicBezTo>
                  <a:cubicBezTo>
                    <a:pt x="-1440" y="21778"/>
                    <a:pt x="258" y="16550"/>
                    <a:pt x="3652" y="11797"/>
                  </a:cubicBezTo>
                  <a:cubicBezTo>
                    <a:pt x="7047" y="7043"/>
                    <a:pt x="11868" y="3275"/>
                    <a:pt x="18116" y="492"/>
                  </a:cubicBezTo>
                  <a:cubicBezTo>
                    <a:pt x="24363" y="-2293"/>
                    <a:pt x="31493" y="-3684"/>
                    <a:pt x="39506" y="-3684"/>
                  </a:cubicBezTo>
                  <a:cubicBezTo>
                    <a:pt x="51864" y="-3684"/>
                    <a:pt x="61845" y="-561"/>
                    <a:pt x="69450" y="5686"/>
                  </a:cubicBezTo>
                  <a:cubicBezTo>
                    <a:pt x="77056" y="11933"/>
                    <a:pt x="81129" y="20488"/>
                    <a:pt x="81672" y="31354"/>
                  </a:cubicBezTo>
                  <a:lnTo>
                    <a:pt x="63135" y="31354"/>
                  </a:lnTo>
                  <a:cubicBezTo>
                    <a:pt x="62728" y="25513"/>
                    <a:pt x="60385" y="20829"/>
                    <a:pt x="56107" y="17298"/>
                  </a:cubicBezTo>
                  <a:cubicBezTo>
                    <a:pt x="51830" y="13766"/>
                    <a:pt x="46091" y="12001"/>
                    <a:pt x="38893" y="12001"/>
                  </a:cubicBezTo>
                  <a:cubicBezTo>
                    <a:pt x="32239" y="12001"/>
                    <a:pt x="26942" y="13427"/>
                    <a:pt x="23004" y="16278"/>
                  </a:cubicBezTo>
                  <a:cubicBezTo>
                    <a:pt x="19066" y="19131"/>
                    <a:pt x="17097" y="22865"/>
                    <a:pt x="17097" y="27483"/>
                  </a:cubicBezTo>
                  <a:cubicBezTo>
                    <a:pt x="17097" y="31150"/>
                    <a:pt x="18286" y="34171"/>
                    <a:pt x="20661" y="36548"/>
                  </a:cubicBezTo>
                  <a:cubicBezTo>
                    <a:pt x="23039" y="38923"/>
                    <a:pt x="26027" y="40825"/>
                    <a:pt x="29626" y="42252"/>
                  </a:cubicBezTo>
                  <a:cubicBezTo>
                    <a:pt x="33225" y="43678"/>
                    <a:pt x="38215" y="45273"/>
                    <a:pt x="44597" y="47039"/>
                  </a:cubicBezTo>
                  <a:cubicBezTo>
                    <a:pt x="52610" y="49211"/>
                    <a:pt x="59129" y="51350"/>
                    <a:pt x="64154" y="53455"/>
                  </a:cubicBezTo>
                  <a:cubicBezTo>
                    <a:pt x="69178" y="55560"/>
                    <a:pt x="73489" y="58717"/>
                    <a:pt x="77089" y="62927"/>
                  </a:cubicBezTo>
                  <a:cubicBezTo>
                    <a:pt x="80688" y="67138"/>
                    <a:pt x="82555" y="72638"/>
                    <a:pt x="82692" y="79427"/>
                  </a:cubicBezTo>
                  <a:cubicBezTo>
                    <a:pt x="82692" y="85539"/>
                    <a:pt x="80994" y="91039"/>
                    <a:pt x="77598" y="95928"/>
                  </a:cubicBezTo>
                  <a:cubicBezTo>
                    <a:pt x="74203" y="100816"/>
                    <a:pt x="69416" y="104653"/>
                    <a:pt x="63236" y="107438"/>
                  </a:cubicBezTo>
                  <a:cubicBezTo>
                    <a:pt x="57058" y="110222"/>
                    <a:pt x="49962" y="111614"/>
                    <a:pt x="41950" y="111614"/>
                  </a:cubicBezTo>
                  <a:close/>
                </a:path>
              </a:pathLst>
            </a:custGeom>
            <a:solidFill>
              <a:schemeClr val="bg1"/>
            </a:solidFill>
            <a:ln w="148" cap="flat">
              <a:noFill/>
              <a:prstDash val="solid"/>
              <a:round/>
            </a:ln>
          </p:spPr>
          <p:txBody>
            <a:bodyPr rtlCol="0" anchor="ctr"/>
            <a:lstStyle/>
            <a:p>
              <a:endParaRPr lang="en-IN">
                <a:latin typeface="Arial" panose="020B0604020202020204" pitchFamily="34" charset="0"/>
                <a:cs typeface="Arial" panose="020B0604020202020204" pitchFamily="34" charset="0"/>
                <a:sym typeface="Arial" panose="020B0604020202020204" pitchFamily="34" charset="0"/>
              </a:endParaRPr>
            </a:p>
          </p:txBody>
        </p:sp>
        <p:sp>
          <p:nvSpPr>
            <p:cNvPr id="40" name="Freeform: Shape 39">
              <a:extLst>
                <a:ext uri="{FF2B5EF4-FFF2-40B4-BE49-F238E27FC236}">
                  <a16:creationId xmlns:a16="http://schemas.microsoft.com/office/drawing/2014/main" id="{2DA3ACFF-D337-AB98-1EC4-5A151B2222CB}"/>
                </a:ext>
              </a:extLst>
            </p:cNvPr>
            <p:cNvSpPr/>
            <p:nvPr/>
          </p:nvSpPr>
          <p:spPr>
            <a:xfrm>
              <a:off x="-1164142" y="1253169"/>
              <a:ext cx="112855" cy="115297"/>
            </a:xfrm>
            <a:custGeom>
              <a:avLst/>
              <a:gdLst>
                <a:gd name="connsiteX0" fmla="*/ 50987 w 112855"/>
                <a:gd name="connsiteY0" fmla="*/ 111614 h 115297"/>
                <a:gd name="connsiteX1" fmla="*/ 22571 w 112855"/>
                <a:gd name="connsiteY1" fmla="*/ 104484 h 115297"/>
                <a:gd name="connsiteX2" fmla="*/ 2607 w 112855"/>
                <a:gd name="connsiteY2" fmla="*/ 84216 h 115297"/>
                <a:gd name="connsiteX3" fmla="*/ -4625 w 112855"/>
                <a:gd name="connsiteY3" fmla="*/ 53761 h 115297"/>
                <a:gd name="connsiteX4" fmla="*/ 2811 w 112855"/>
                <a:gd name="connsiteY4" fmla="*/ 23510 h 115297"/>
                <a:gd name="connsiteX5" fmla="*/ 23079 w 112855"/>
                <a:gd name="connsiteY5" fmla="*/ 3343 h 115297"/>
                <a:gd name="connsiteX6" fmla="*/ 51804 w 112855"/>
                <a:gd name="connsiteY6" fmla="*/ -3684 h 115297"/>
                <a:gd name="connsiteX7" fmla="*/ 80526 w 112855"/>
                <a:gd name="connsiteY7" fmla="*/ 3343 h 115297"/>
                <a:gd name="connsiteX8" fmla="*/ 100795 w 112855"/>
                <a:gd name="connsiteY8" fmla="*/ 23408 h 115297"/>
                <a:gd name="connsiteX9" fmla="*/ 108231 w 112855"/>
                <a:gd name="connsiteY9" fmla="*/ 53761 h 115297"/>
                <a:gd name="connsiteX10" fmla="*/ 100591 w 112855"/>
                <a:gd name="connsiteY10" fmla="*/ 84216 h 115297"/>
                <a:gd name="connsiteX11" fmla="*/ 79914 w 112855"/>
                <a:gd name="connsiteY11" fmla="*/ 104484 h 115297"/>
                <a:gd name="connsiteX12" fmla="*/ 50987 w 112855"/>
                <a:gd name="connsiteY12" fmla="*/ 111614 h 115297"/>
                <a:gd name="connsiteX13" fmla="*/ 50987 w 112855"/>
                <a:gd name="connsiteY13" fmla="*/ 95317 h 115297"/>
                <a:gd name="connsiteX14" fmla="*/ 69729 w 112855"/>
                <a:gd name="connsiteY14" fmla="*/ 90632 h 115297"/>
                <a:gd name="connsiteX15" fmla="*/ 83887 w 112855"/>
                <a:gd name="connsiteY15" fmla="*/ 76576 h 115297"/>
                <a:gd name="connsiteX16" fmla="*/ 89285 w 112855"/>
                <a:gd name="connsiteY16" fmla="*/ 53761 h 115297"/>
                <a:gd name="connsiteX17" fmla="*/ 83989 w 112855"/>
                <a:gd name="connsiteY17" fmla="*/ 30946 h 115297"/>
                <a:gd name="connsiteX18" fmla="*/ 70136 w 112855"/>
                <a:gd name="connsiteY18" fmla="*/ 16992 h 115297"/>
                <a:gd name="connsiteX19" fmla="*/ 51598 w 112855"/>
                <a:gd name="connsiteY19" fmla="*/ 12408 h 115297"/>
                <a:gd name="connsiteX20" fmla="*/ 32959 w 112855"/>
                <a:gd name="connsiteY20" fmla="*/ 16992 h 115297"/>
                <a:gd name="connsiteX21" fmla="*/ 19413 w 112855"/>
                <a:gd name="connsiteY21" fmla="*/ 30946 h 115297"/>
                <a:gd name="connsiteX22" fmla="*/ 14320 w 112855"/>
                <a:gd name="connsiteY22" fmla="*/ 53761 h 115297"/>
                <a:gd name="connsiteX23" fmla="*/ 19311 w 112855"/>
                <a:gd name="connsiteY23" fmla="*/ 76780 h 115297"/>
                <a:gd name="connsiteX24" fmla="*/ 32655 w 112855"/>
                <a:gd name="connsiteY24" fmla="*/ 90734 h 115297"/>
                <a:gd name="connsiteX25" fmla="*/ 50987 w 112855"/>
                <a:gd name="connsiteY25" fmla="*/ 95317 h 115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12855" h="115297">
                  <a:moveTo>
                    <a:pt x="50987" y="111614"/>
                  </a:moveTo>
                  <a:cubicBezTo>
                    <a:pt x="40531" y="111614"/>
                    <a:pt x="31058" y="109236"/>
                    <a:pt x="22571" y="104484"/>
                  </a:cubicBezTo>
                  <a:cubicBezTo>
                    <a:pt x="14082" y="99731"/>
                    <a:pt x="7428" y="92975"/>
                    <a:pt x="2607" y="84216"/>
                  </a:cubicBezTo>
                  <a:cubicBezTo>
                    <a:pt x="-2214" y="75455"/>
                    <a:pt x="-4625" y="65305"/>
                    <a:pt x="-4625" y="53761"/>
                  </a:cubicBezTo>
                  <a:cubicBezTo>
                    <a:pt x="-4625" y="42353"/>
                    <a:pt x="-2145" y="32269"/>
                    <a:pt x="2811" y="23510"/>
                  </a:cubicBezTo>
                  <a:cubicBezTo>
                    <a:pt x="7767" y="14751"/>
                    <a:pt x="14524" y="8029"/>
                    <a:pt x="23079" y="3343"/>
                  </a:cubicBezTo>
                  <a:cubicBezTo>
                    <a:pt x="31636" y="-1343"/>
                    <a:pt x="41210" y="-3684"/>
                    <a:pt x="51804" y="-3684"/>
                  </a:cubicBezTo>
                  <a:cubicBezTo>
                    <a:pt x="62396" y="-3684"/>
                    <a:pt x="71969" y="-1343"/>
                    <a:pt x="80526" y="3343"/>
                  </a:cubicBezTo>
                  <a:cubicBezTo>
                    <a:pt x="89082" y="8029"/>
                    <a:pt x="95838" y="14717"/>
                    <a:pt x="100795" y="23408"/>
                  </a:cubicBezTo>
                  <a:cubicBezTo>
                    <a:pt x="105751" y="32100"/>
                    <a:pt x="108231" y="42218"/>
                    <a:pt x="108231" y="53761"/>
                  </a:cubicBezTo>
                  <a:cubicBezTo>
                    <a:pt x="108231" y="65305"/>
                    <a:pt x="105684" y="75455"/>
                    <a:pt x="100591" y="84216"/>
                  </a:cubicBezTo>
                  <a:cubicBezTo>
                    <a:pt x="95498" y="92975"/>
                    <a:pt x="88606" y="99731"/>
                    <a:pt x="79914" y="104484"/>
                  </a:cubicBezTo>
                  <a:cubicBezTo>
                    <a:pt x="71223" y="109236"/>
                    <a:pt x="61581" y="111614"/>
                    <a:pt x="50987" y="111614"/>
                  </a:cubicBezTo>
                  <a:close/>
                  <a:moveTo>
                    <a:pt x="50987" y="95317"/>
                  </a:moveTo>
                  <a:cubicBezTo>
                    <a:pt x="57643" y="95317"/>
                    <a:pt x="63890" y="93755"/>
                    <a:pt x="69729" y="90632"/>
                  </a:cubicBezTo>
                  <a:cubicBezTo>
                    <a:pt x="75568" y="87508"/>
                    <a:pt x="80288" y="82823"/>
                    <a:pt x="83887" y="76576"/>
                  </a:cubicBezTo>
                  <a:cubicBezTo>
                    <a:pt x="87485" y="70329"/>
                    <a:pt x="89285" y="62724"/>
                    <a:pt x="89285" y="53761"/>
                  </a:cubicBezTo>
                  <a:cubicBezTo>
                    <a:pt x="89285" y="44798"/>
                    <a:pt x="87519" y="37193"/>
                    <a:pt x="83989" y="30946"/>
                  </a:cubicBezTo>
                  <a:cubicBezTo>
                    <a:pt x="80458" y="24698"/>
                    <a:pt x="75840" y="20047"/>
                    <a:pt x="70136" y="16992"/>
                  </a:cubicBezTo>
                  <a:cubicBezTo>
                    <a:pt x="64432" y="13937"/>
                    <a:pt x="58254" y="12408"/>
                    <a:pt x="51598" y="12408"/>
                  </a:cubicBezTo>
                  <a:cubicBezTo>
                    <a:pt x="44809" y="12408"/>
                    <a:pt x="38597" y="13937"/>
                    <a:pt x="32959" y="16992"/>
                  </a:cubicBezTo>
                  <a:cubicBezTo>
                    <a:pt x="27324" y="20047"/>
                    <a:pt x="22809" y="24698"/>
                    <a:pt x="19413" y="30946"/>
                  </a:cubicBezTo>
                  <a:cubicBezTo>
                    <a:pt x="16018" y="37193"/>
                    <a:pt x="14320" y="44798"/>
                    <a:pt x="14320" y="53761"/>
                  </a:cubicBezTo>
                  <a:cubicBezTo>
                    <a:pt x="14320" y="62859"/>
                    <a:pt x="15984" y="70533"/>
                    <a:pt x="19311" y="76780"/>
                  </a:cubicBezTo>
                  <a:cubicBezTo>
                    <a:pt x="22639" y="83026"/>
                    <a:pt x="27086" y="87678"/>
                    <a:pt x="32655" y="90734"/>
                  </a:cubicBezTo>
                  <a:cubicBezTo>
                    <a:pt x="38222" y="93789"/>
                    <a:pt x="44333" y="95317"/>
                    <a:pt x="50987" y="95317"/>
                  </a:cubicBezTo>
                  <a:close/>
                </a:path>
              </a:pathLst>
            </a:custGeom>
            <a:solidFill>
              <a:schemeClr val="bg1"/>
            </a:solidFill>
            <a:ln w="148" cap="flat">
              <a:noFill/>
              <a:prstDash val="solid"/>
              <a:round/>
            </a:ln>
          </p:spPr>
          <p:txBody>
            <a:bodyPr rtlCol="0" anchor="ctr"/>
            <a:lstStyle/>
            <a:p>
              <a:endParaRPr lang="en-IN">
                <a:latin typeface="Arial" panose="020B0604020202020204" pitchFamily="34" charset="0"/>
                <a:cs typeface="Arial" panose="020B0604020202020204" pitchFamily="34" charset="0"/>
                <a:sym typeface="Arial" panose="020B0604020202020204" pitchFamily="34" charset="0"/>
              </a:endParaRPr>
            </a:p>
          </p:txBody>
        </p:sp>
        <p:sp>
          <p:nvSpPr>
            <p:cNvPr id="45" name="Freeform: Shape 40">
              <a:extLst>
                <a:ext uri="{FF2B5EF4-FFF2-40B4-BE49-F238E27FC236}">
                  <a16:creationId xmlns:a16="http://schemas.microsoft.com/office/drawing/2014/main" id="{DEB5AE41-BEF7-6D3D-198C-C11885A15B5E}"/>
                </a:ext>
              </a:extLst>
            </p:cNvPr>
            <p:cNvSpPr/>
            <p:nvPr/>
          </p:nvSpPr>
          <p:spPr>
            <a:xfrm>
              <a:off x="-977472" y="1252965"/>
              <a:ext cx="54594" cy="113668"/>
            </a:xfrm>
            <a:custGeom>
              <a:avLst/>
              <a:gdLst>
                <a:gd name="connsiteX0" fmla="*/ 13033 w 54594"/>
                <a:gd name="connsiteY0" fmla="*/ 16488 h 113668"/>
                <a:gd name="connsiteX1" fmla="*/ 26986 w 54594"/>
                <a:gd name="connsiteY1" fmla="*/ 1618 h 113668"/>
                <a:gd name="connsiteX2" fmla="*/ 49089 w 54594"/>
                <a:gd name="connsiteY2" fmla="*/ -3678 h 113668"/>
                <a:gd name="connsiteX3" fmla="*/ 49089 w 54594"/>
                <a:gd name="connsiteY3" fmla="*/ 15470 h 113668"/>
                <a:gd name="connsiteX4" fmla="*/ 44199 w 54594"/>
                <a:gd name="connsiteY4" fmla="*/ 15470 h 113668"/>
                <a:gd name="connsiteX5" fmla="*/ 13033 w 54594"/>
                <a:gd name="connsiteY5" fmla="*/ 49285 h 113668"/>
                <a:gd name="connsiteX6" fmla="*/ 13033 w 54594"/>
                <a:gd name="connsiteY6" fmla="*/ 109990 h 113668"/>
                <a:gd name="connsiteX7" fmla="*/ -5505 w 54594"/>
                <a:gd name="connsiteY7" fmla="*/ 109990 h 113668"/>
                <a:gd name="connsiteX8" fmla="*/ -5505 w 54594"/>
                <a:gd name="connsiteY8" fmla="*/ -1641 h 113668"/>
                <a:gd name="connsiteX9" fmla="*/ 13033 w 54594"/>
                <a:gd name="connsiteY9" fmla="*/ -1641 h 113668"/>
                <a:gd name="connsiteX10" fmla="*/ 13033 w 54594"/>
                <a:gd name="connsiteY10" fmla="*/ 16488 h 113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594" h="113668">
                  <a:moveTo>
                    <a:pt x="13033" y="16488"/>
                  </a:moveTo>
                  <a:cubicBezTo>
                    <a:pt x="16291" y="10106"/>
                    <a:pt x="20943" y="5148"/>
                    <a:pt x="26986" y="1618"/>
                  </a:cubicBezTo>
                  <a:cubicBezTo>
                    <a:pt x="33029" y="-1913"/>
                    <a:pt x="40397" y="-3678"/>
                    <a:pt x="49089" y="-3678"/>
                  </a:cubicBezTo>
                  <a:lnTo>
                    <a:pt x="49089" y="15470"/>
                  </a:lnTo>
                  <a:lnTo>
                    <a:pt x="44199" y="15470"/>
                  </a:lnTo>
                  <a:cubicBezTo>
                    <a:pt x="23421" y="15470"/>
                    <a:pt x="13033" y="26743"/>
                    <a:pt x="13033" y="49285"/>
                  </a:cubicBezTo>
                  <a:lnTo>
                    <a:pt x="13033" y="109990"/>
                  </a:lnTo>
                  <a:lnTo>
                    <a:pt x="-5505" y="109990"/>
                  </a:lnTo>
                  <a:lnTo>
                    <a:pt x="-5505" y="-1641"/>
                  </a:lnTo>
                  <a:lnTo>
                    <a:pt x="13033" y="-1641"/>
                  </a:lnTo>
                  <a:lnTo>
                    <a:pt x="13033" y="16488"/>
                  </a:lnTo>
                  <a:close/>
                </a:path>
              </a:pathLst>
            </a:custGeom>
            <a:solidFill>
              <a:schemeClr val="bg1"/>
            </a:solidFill>
            <a:ln w="148" cap="flat">
              <a:noFill/>
              <a:prstDash val="solid"/>
              <a:round/>
            </a:ln>
          </p:spPr>
          <p:txBody>
            <a:bodyPr rtlCol="0" anchor="ctr"/>
            <a:lstStyle/>
            <a:p>
              <a:endParaRPr lang="en-IN">
                <a:latin typeface="Arial" panose="020B0604020202020204" pitchFamily="34" charset="0"/>
                <a:cs typeface="Arial" panose="020B0604020202020204" pitchFamily="34" charset="0"/>
                <a:sym typeface="Arial" panose="020B0604020202020204" pitchFamily="34" charset="0"/>
              </a:endParaRPr>
            </a:p>
          </p:txBody>
        </p:sp>
        <p:sp>
          <p:nvSpPr>
            <p:cNvPr id="46" name="Freeform: Shape 41">
              <a:extLst>
                <a:ext uri="{FF2B5EF4-FFF2-40B4-BE49-F238E27FC236}">
                  <a16:creationId xmlns:a16="http://schemas.microsoft.com/office/drawing/2014/main" id="{99E3CDC5-EE6F-8E3A-188F-EA841550E9A7}"/>
                </a:ext>
              </a:extLst>
            </p:cNvPr>
            <p:cNvSpPr/>
            <p:nvPr/>
          </p:nvSpPr>
          <p:spPr>
            <a:xfrm>
              <a:off x="-857577" y="1253169"/>
              <a:ext cx="86373" cy="115297"/>
            </a:xfrm>
            <a:custGeom>
              <a:avLst/>
              <a:gdLst>
                <a:gd name="connsiteX0" fmla="*/ 39384 w 86373"/>
                <a:gd name="connsiteY0" fmla="*/ 111614 h 115297"/>
                <a:gd name="connsiteX1" fmla="*/ 16364 w 86373"/>
                <a:gd name="connsiteY1" fmla="*/ 107234 h 115297"/>
                <a:gd name="connsiteX2" fmla="*/ 272 w 86373"/>
                <a:gd name="connsiteY2" fmla="*/ 95011 h 115297"/>
                <a:gd name="connsiteX3" fmla="*/ -6247 w 86373"/>
                <a:gd name="connsiteY3" fmla="*/ 76983 h 115297"/>
                <a:gd name="connsiteX4" fmla="*/ 12902 w 86373"/>
                <a:gd name="connsiteY4" fmla="*/ 76983 h 115297"/>
                <a:gd name="connsiteX5" fmla="*/ 20744 w 86373"/>
                <a:gd name="connsiteY5" fmla="*/ 90632 h 115297"/>
                <a:gd name="connsiteX6" fmla="*/ 39181 w 86373"/>
                <a:gd name="connsiteY6" fmla="*/ 95928 h 115297"/>
                <a:gd name="connsiteX7" fmla="*/ 55884 w 86373"/>
                <a:gd name="connsiteY7" fmla="*/ 91243 h 115297"/>
                <a:gd name="connsiteX8" fmla="*/ 61996 w 86373"/>
                <a:gd name="connsiteY8" fmla="*/ 79427 h 115297"/>
                <a:gd name="connsiteX9" fmla="*/ 55477 w 86373"/>
                <a:gd name="connsiteY9" fmla="*/ 68529 h 115297"/>
                <a:gd name="connsiteX10" fmla="*/ 35309 w 86373"/>
                <a:gd name="connsiteY10" fmla="*/ 61502 h 115297"/>
                <a:gd name="connsiteX11" fmla="*/ 15041 w 86373"/>
                <a:gd name="connsiteY11" fmla="*/ 54881 h 115297"/>
                <a:gd name="connsiteX12" fmla="*/ 1596 w 86373"/>
                <a:gd name="connsiteY12" fmla="*/ 44900 h 115297"/>
                <a:gd name="connsiteX13" fmla="*/ -4005 w 86373"/>
                <a:gd name="connsiteY13" fmla="*/ 27483 h 115297"/>
                <a:gd name="connsiteX14" fmla="*/ 1086 w 86373"/>
                <a:gd name="connsiteY14" fmla="*/ 11797 h 115297"/>
                <a:gd name="connsiteX15" fmla="*/ 15549 w 86373"/>
                <a:gd name="connsiteY15" fmla="*/ 492 h 115297"/>
                <a:gd name="connsiteX16" fmla="*/ 36939 w 86373"/>
                <a:gd name="connsiteY16" fmla="*/ -3684 h 115297"/>
                <a:gd name="connsiteX17" fmla="*/ 66885 w 86373"/>
                <a:gd name="connsiteY17" fmla="*/ 5686 h 115297"/>
                <a:gd name="connsiteX18" fmla="*/ 79106 w 86373"/>
                <a:gd name="connsiteY18" fmla="*/ 31354 h 115297"/>
                <a:gd name="connsiteX19" fmla="*/ 60570 w 86373"/>
                <a:gd name="connsiteY19" fmla="*/ 31354 h 115297"/>
                <a:gd name="connsiteX20" fmla="*/ 53541 w 86373"/>
                <a:gd name="connsiteY20" fmla="*/ 17298 h 115297"/>
                <a:gd name="connsiteX21" fmla="*/ 36328 w 86373"/>
                <a:gd name="connsiteY21" fmla="*/ 12001 h 115297"/>
                <a:gd name="connsiteX22" fmla="*/ 20439 w 86373"/>
                <a:gd name="connsiteY22" fmla="*/ 16278 h 115297"/>
                <a:gd name="connsiteX23" fmla="*/ 14531 w 86373"/>
                <a:gd name="connsiteY23" fmla="*/ 27483 h 115297"/>
                <a:gd name="connsiteX24" fmla="*/ 18096 w 86373"/>
                <a:gd name="connsiteY24" fmla="*/ 36548 h 115297"/>
                <a:gd name="connsiteX25" fmla="*/ 27059 w 86373"/>
                <a:gd name="connsiteY25" fmla="*/ 42252 h 115297"/>
                <a:gd name="connsiteX26" fmla="*/ 42032 w 86373"/>
                <a:gd name="connsiteY26" fmla="*/ 47039 h 115297"/>
                <a:gd name="connsiteX27" fmla="*/ 61588 w 86373"/>
                <a:gd name="connsiteY27" fmla="*/ 53455 h 115297"/>
                <a:gd name="connsiteX28" fmla="*/ 74523 w 86373"/>
                <a:gd name="connsiteY28" fmla="*/ 62927 h 115297"/>
                <a:gd name="connsiteX29" fmla="*/ 80126 w 86373"/>
                <a:gd name="connsiteY29" fmla="*/ 79427 h 115297"/>
                <a:gd name="connsiteX30" fmla="*/ 75033 w 86373"/>
                <a:gd name="connsiteY30" fmla="*/ 95928 h 115297"/>
                <a:gd name="connsiteX31" fmla="*/ 60671 w 86373"/>
                <a:gd name="connsiteY31" fmla="*/ 107438 h 115297"/>
                <a:gd name="connsiteX32" fmla="*/ 39384 w 86373"/>
                <a:gd name="connsiteY32" fmla="*/ 111614 h 115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86373" h="115297">
                  <a:moveTo>
                    <a:pt x="39384" y="111614"/>
                  </a:moveTo>
                  <a:cubicBezTo>
                    <a:pt x="30827" y="111614"/>
                    <a:pt x="23155" y="110154"/>
                    <a:pt x="16364" y="107234"/>
                  </a:cubicBezTo>
                  <a:cubicBezTo>
                    <a:pt x="9575" y="104314"/>
                    <a:pt x="4210" y="100240"/>
                    <a:pt x="272" y="95011"/>
                  </a:cubicBezTo>
                  <a:cubicBezTo>
                    <a:pt x="-3666" y="89783"/>
                    <a:pt x="-5840" y="83774"/>
                    <a:pt x="-6247" y="76983"/>
                  </a:cubicBezTo>
                  <a:lnTo>
                    <a:pt x="12902" y="76983"/>
                  </a:lnTo>
                  <a:cubicBezTo>
                    <a:pt x="13444" y="82552"/>
                    <a:pt x="16059" y="87101"/>
                    <a:pt x="20744" y="90632"/>
                  </a:cubicBezTo>
                  <a:cubicBezTo>
                    <a:pt x="25430" y="94162"/>
                    <a:pt x="31575" y="95928"/>
                    <a:pt x="39181" y="95928"/>
                  </a:cubicBezTo>
                  <a:cubicBezTo>
                    <a:pt x="46242" y="95928"/>
                    <a:pt x="51809" y="94366"/>
                    <a:pt x="55884" y="91243"/>
                  </a:cubicBezTo>
                  <a:cubicBezTo>
                    <a:pt x="59959" y="88119"/>
                    <a:pt x="61996" y="84181"/>
                    <a:pt x="61996" y="79427"/>
                  </a:cubicBezTo>
                  <a:cubicBezTo>
                    <a:pt x="61996" y="74539"/>
                    <a:pt x="59822" y="70906"/>
                    <a:pt x="55477" y="68529"/>
                  </a:cubicBezTo>
                  <a:cubicBezTo>
                    <a:pt x="51131" y="66153"/>
                    <a:pt x="44409" y="63811"/>
                    <a:pt x="35309" y="61502"/>
                  </a:cubicBezTo>
                  <a:cubicBezTo>
                    <a:pt x="27026" y="59328"/>
                    <a:pt x="20269" y="57122"/>
                    <a:pt x="15041" y="54881"/>
                  </a:cubicBezTo>
                  <a:cubicBezTo>
                    <a:pt x="9813" y="52640"/>
                    <a:pt x="5331" y="49313"/>
                    <a:pt x="1596" y="44900"/>
                  </a:cubicBezTo>
                  <a:cubicBezTo>
                    <a:pt x="-2138" y="40486"/>
                    <a:pt x="-4005" y="34681"/>
                    <a:pt x="-4005" y="27483"/>
                  </a:cubicBezTo>
                  <a:cubicBezTo>
                    <a:pt x="-4005" y="21778"/>
                    <a:pt x="-2309" y="16550"/>
                    <a:pt x="1086" y="11797"/>
                  </a:cubicBezTo>
                  <a:cubicBezTo>
                    <a:pt x="4482" y="7043"/>
                    <a:pt x="9303" y="3275"/>
                    <a:pt x="15549" y="492"/>
                  </a:cubicBezTo>
                  <a:cubicBezTo>
                    <a:pt x="21796" y="-2293"/>
                    <a:pt x="28926" y="-3684"/>
                    <a:pt x="36939" y="-3684"/>
                  </a:cubicBezTo>
                  <a:cubicBezTo>
                    <a:pt x="49297" y="-3684"/>
                    <a:pt x="59279" y="-561"/>
                    <a:pt x="66885" y="5686"/>
                  </a:cubicBezTo>
                  <a:cubicBezTo>
                    <a:pt x="74489" y="11933"/>
                    <a:pt x="78564" y="20488"/>
                    <a:pt x="79106" y="31354"/>
                  </a:cubicBezTo>
                  <a:lnTo>
                    <a:pt x="60570" y="31354"/>
                  </a:lnTo>
                  <a:cubicBezTo>
                    <a:pt x="60163" y="25513"/>
                    <a:pt x="57820" y="20829"/>
                    <a:pt x="53541" y="17298"/>
                  </a:cubicBezTo>
                  <a:cubicBezTo>
                    <a:pt x="49264" y="13766"/>
                    <a:pt x="43526" y="12001"/>
                    <a:pt x="36328" y="12001"/>
                  </a:cubicBezTo>
                  <a:cubicBezTo>
                    <a:pt x="29674" y="12001"/>
                    <a:pt x="24377" y="13427"/>
                    <a:pt x="20439" y="16278"/>
                  </a:cubicBezTo>
                  <a:cubicBezTo>
                    <a:pt x="16501" y="19131"/>
                    <a:pt x="14531" y="22865"/>
                    <a:pt x="14531" y="27483"/>
                  </a:cubicBezTo>
                  <a:cubicBezTo>
                    <a:pt x="14531" y="31150"/>
                    <a:pt x="15719" y="34171"/>
                    <a:pt x="18096" y="36548"/>
                  </a:cubicBezTo>
                  <a:cubicBezTo>
                    <a:pt x="20473" y="38923"/>
                    <a:pt x="23461" y="40825"/>
                    <a:pt x="27059" y="42252"/>
                  </a:cubicBezTo>
                  <a:cubicBezTo>
                    <a:pt x="30658" y="43678"/>
                    <a:pt x="35650" y="45273"/>
                    <a:pt x="42032" y="47039"/>
                  </a:cubicBezTo>
                  <a:cubicBezTo>
                    <a:pt x="50045" y="49211"/>
                    <a:pt x="56563" y="51350"/>
                    <a:pt x="61588" y="53455"/>
                  </a:cubicBezTo>
                  <a:cubicBezTo>
                    <a:pt x="66613" y="55560"/>
                    <a:pt x="70924" y="58717"/>
                    <a:pt x="74523" y="62927"/>
                  </a:cubicBezTo>
                  <a:cubicBezTo>
                    <a:pt x="78122" y="67138"/>
                    <a:pt x="79989" y="72638"/>
                    <a:pt x="80126" y="79427"/>
                  </a:cubicBezTo>
                  <a:cubicBezTo>
                    <a:pt x="80126" y="85539"/>
                    <a:pt x="78428" y="91039"/>
                    <a:pt x="75033" y="95928"/>
                  </a:cubicBezTo>
                  <a:cubicBezTo>
                    <a:pt x="71638" y="100816"/>
                    <a:pt x="66851" y="104653"/>
                    <a:pt x="60671" y="107438"/>
                  </a:cubicBezTo>
                  <a:cubicBezTo>
                    <a:pt x="54493" y="110222"/>
                    <a:pt x="47397" y="111614"/>
                    <a:pt x="39384" y="111614"/>
                  </a:cubicBezTo>
                  <a:close/>
                </a:path>
              </a:pathLst>
            </a:custGeom>
            <a:solidFill>
              <a:schemeClr val="bg1"/>
            </a:solidFill>
            <a:ln w="148" cap="flat">
              <a:noFill/>
              <a:prstDash val="solid"/>
              <a:round/>
            </a:ln>
          </p:spPr>
          <p:txBody>
            <a:bodyPr rtlCol="0" anchor="ctr"/>
            <a:lstStyle/>
            <a:p>
              <a:endParaRPr lang="en-IN">
                <a:latin typeface="Arial" panose="020B0604020202020204" pitchFamily="34" charset="0"/>
                <a:cs typeface="Arial" panose="020B0604020202020204" pitchFamily="34" charset="0"/>
                <a:sym typeface="Arial" panose="020B0604020202020204" pitchFamily="34" charset="0"/>
              </a:endParaRPr>
            </a:p>
          </p:txBody>
        </p:sp>
        <p:sp>
          <p:nvSpPr>
            <p:cNvPr id="47" name="Freeform: Shape 42">
              <a:extLst>
                <a:ext uri="{FF2B5EF4-FFF2-40B4-BE49-F238E27FC236}">
                  <a16:creationId xmlns:a16="http://schemas.microsoft.com/office/drawing/2014/main" id="{248F03C8-B78E-FF65-B071-A8569D1A0223}"/>
                </a:ext>
              </a:extLst>
            </p:cNvPr>
            <p:cNvSpPr/>
            <p:nvPr/>
          </p:nvSpPr>
          <p:spPr>
            <a:xfrm rot="19796186">
              <a:off x="-2006334" y="1241532"/>
              <a:ext cx="151108" cy="173844"/>
            </a:xfrm>
            <a:custGeom>
              <a:avLst/>
              <a:gdLst>
                <a:gd name="connsiteX0" fmla="*/ -2702 w 151108"/>
                <a:gd name="connsiteY0" fmla="*/ 76552 h 173844"/>
                <a:gd name="connsiteX1" fmla="*/ 148407 w 151108"/>
                <a:gd name="connsiteY1" fmla="*/ -11625 h 173844"/>
                <a:gd name="connsiteX2" fmla="*/ 148407 w 151108"/>
                <a:gd name="connsiteY2" fmla="*/ 162219 h 173844"/>
                <a:gd name="connsiteX3" fmla="*/ 129644 w 151108"/>
                <a:gd name="connsiteY3" fmla="*/ 152132 h 173844"/>
                <a:gd name="connsiteX4" fmla="*/ 129644 w 151108"/>
                <a:gd name="connsiteY4" fmla="*/ 124429 h 173844"/>
                <a:gd name="connsiteX5" fmla="*/ 40885 w 151108"/>
                <a:gd name="connsiteY5" fmla="*/ 71533 h 173844"/>
                <a:gd name="connsiteX6" fmla="*/ 16033 w 151108"/>
                <a:gd name="connsiteY6" fmla="*/ 86639 h 173844"/>
                <a:gd name="connsiteX7" fmla="*/ -2702 w 151108"/>
                <a:gd name="connsiteY7" fmla="*/ 76552 h 173844"/>
                <a:gd name="connsiteX8" fmla="*/ 54650 w 151108"/>
                <a:gd name="connsiteY8" fmla="*/ 63955 h 173844"/>
                <a:gd name="connsiteX9" fmla="*/ 129644 w 151108"/>
                <a:gd name="connsiteY9" fmla="*/ 106789 h 173844"/>
                <a:gd name="connsiteX10" fmla="*/ 129644 w 151108"/>
                <a:gd name="connsiteY10" fmla="*/ 21146 h 173844"/>
                <a:gd name="connsiteX11" fmla="*/ 54650 w 151108"/>
                <a:gd name="connsiteY11" fmla="*/ 63955 h 173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1108" h="173844">
                  <a:moveTo>
                    <a:pt x="-2702" y="76552"/>
                  </a:moveTo>
                  <a:lnTo>
                    <a:pt x="148407" y="-11625"/>
                  </a:lnTo>
                  <a:lnTo>
                    <a:pt x="148407" y="162219"/>
                  </a:lnTo>
                  <a:lnTo>
                    <a:pt x="129644" y="152132"/>
                  </a:lnTo>
                  <a:lnTo>
                    <a:pt x="129644" y="124429"/>
                  </a:lnTo>
                  <a:lnTo>
                    <a:pt x="40885" y="71533"/>
                  </a:lnTo>
                  <a:lnTo>
                    <a:pt x="16033" y="86639"/>
                  </a:lnTo>
                  <a:lnTo>
                    <a:pt x="-2702" y="76552"/>
                  </a:lnTo>
                  <a:close/>
                  <a:moveTo>
                    <a:pt x="54650" y="63955"/>
                  </a:moveTo>
                  <a:lnTo>
                    <a:pt x="129644" y="106789"/>
                  </a:lnTo>
                  <a:lnTo>
                    <a:pt x="129644" y="21146"/>
                  </a:lnTo>
                  <a:lnTo>
                    <a:pt x="54650" y="63955"/>
                  </a:lnTo>
                  <a:close/>
                </a:path>
              </a:pathLst>
            </a:custGeom>
            <a:solidFill>
              <a:schemeClr val="bg1"/>
            </a:solidFill>
            <a:ln w="17264" cap="flat">
              <a:noFill/>
              <a:prstDash val="solid"/>
              <a:round/>
            </a:ln>
          </p:spPr>
          <p:txBody>
            <a:bodyPr rtlCol="0" anchor="ctr"/>
            <a:lstStyle/>
            <a:p>
              <a:endParaRPr lang="en-IN">
                <a:latin typeface="Arial" panose="020B0604020202020204" pitchFamily="34" charset="0"/>
                <a:cs typeface="Arial" panose="020B0604020202020204" pitchFamily="34" charset="0"/>
                <a:sym typeface="Arial" panose="020B0604020202020204" pitchFamily="34" charset="0"/>
              </a:endParaRPr>
            </a:p>
          </p:txBody>
        </p:sp>
      </p:grpSp>
      <p:sp>
        <p:nvSpPr>
          <p:cNvPr id="3" name="Title 1">
            <a:extLst>
              <a:ext uri="{FF2B5EF4-FFF2-40B4-BE49-F238E27FC236}">
                <a16:creationId xmlns:a16="http://schemas.microsoft.com/office/drawing/2014/main" id="{85ADCFE4-5805-890E-745D-8F19A57E210B}"/>
              </a:ext>
            </a:extLst>
          </p:cNvPr>
          <p:cNvSpPr>
            <a:spLocks noGrp="1"/>
          </p:cNvSpPr>
          <p:nvPr>
            <p:ph type="ctrTitle" hasCustomPrompt="1"/>
          </p:nvPr>
        </p:nvSpPr>
        <p:spPr>
          <a:xfrm>
            <a:off x="458049" y="1293093"/>
            <a:ext cx="5940145" cy="553998"/>
          </a:xfrm>
          <a:prstGeom prst="rect">
            <a:avLst/>
          </a:prstGeom>
        </p:spPr>
        <p:txBody>
          <a:bodyPr vert="horz" anchor="b"/>
          <a:lstStyle>
            <a:lvl1pPr algn="l">
              <a:defRPr sz="3600">
                <a:solidFill>
                  <a:schemeClr val="bg1"/>
                </a:solidFill>
                <a:latin typeface="Poppins" pitchFamily="2" charset="77"/>
                <a:cs typeface="Poppins" pitchFamily="2" charset="77"/>
                <a:sym typeface="Arial" panose="020B0604020202020204" pitchFamily="34" charset="0"/>
              </a:defRPr>
            </a:lvl1pPr>
          </a:lstStyle>
          <a:p>
            <a:r>
              <a:rPr lang="en-US"/>
              <a:t>Title Slide: Dark</a:t>
            </a:r>
            <a:endParaRPr lang="da-DK"/>
          </a:p>
        </p:txBody>
      </p:sp>
      <p:sp>
        <p:nvSpPr>
          <p:cNvPr id="6" name="Subtitle 2">
            <a:extLst>
              <a:ext uri="{FF2B5EF4-FFF2-40B4-BE49-F238E27FC236}">
                <a16:creationId xmlns:a16="http://schemas.microsoft.com/office/drawing/2014/main" id="{E12B09E3-FAAE-ED13-AF9A-0D53CADAE335}"/>
              </a:ext>
            </a:extLst>
          </p:cNvPr>
          <p:cNvSpPr>
            <a:spLocks noGrp="1"/>
          </p:cNvSpPr>
          <p:nvPr>
            <p:ph type="subTitle" idx="1" hasCustomPrompt="1"/>
          </p:nvPr>
        </p:nvSpPr>
        <p:spPr>
          <a:xfrm>
            <a:off x="458049" y="1867024"/>
            <a:ext cx="5940145" cy="430887"/>
          </a:xfrm>
        </p:spPr>
        <p:txBody>
          <a:bodyPr wrap="square" anchor="b">
            <a:spAutoFit/>
          </a:bodyPr>
          <a:lstStyle>
            <a:lvl1pPr marL="0" indent="0" algn="l">
              <a:buNone/>
              <a:defRPr sz="1600" b="1">
                <a:solidFill>
                  <a:schemeClr val="bg1"/>
                </a:solidFill>
                <a:latin typeface="Poppins" pitchFamily="2" charset="77"/>
                <a:cs typeface="Poppins" pitchFamily="2" charset="77"/>
                <a:sym typeface="Arial" panose="020B0604020202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Subtitle goes here</a:t>
            </a:r>
          </a:p>
        </p:txBody>
      </p:sp>
      <p:sp>
        <p:nvSpPr>
          <p:cNvPr id="12" name="Text Placeholder 18">
            <a:extLst>
              <a:ext uri="{FF2B5EF4-FFF2-40B4-BE49-F238E27FC236}">
                <a16:creationId xmlns:a16="http://schemas.microsoft.com/office/drawing/2014/main" id="{0768FDC1-6D41-1F9C-4D3E-37F8A30F2419}"/>
              </a:ext>
            </a:extLst>
          </p:cNvPr>
          <p:cNvSpPr>
            <a:spLocks noGrp="1"/>
          </p:cNvSpPr>
          <p:nvPr>
            <p:ph type="body" sz="quarter" idx="11" hasCustomPrompt="1"/>
          </p:nvPr>
        </p:nvSpPr>
        <p:spPr>
          <a:xfrm>
            <a:off x="458049" y="2624735"/>
            <a:ext cx="2850110" cy="233910"/>
          </a:xfrm>
        </p:spPr>
        <p:txBody>
          <a:bodyPr tIns="9144" bIns="9144" anchor="b">
            <a:spAutoFit/>
          </a:bodyPr>
          <a:lstStyle>
            <a:lvl1pPr marL="0" marR="0" indent="0" algn="l" defTabSz="685800" rtl="0" eaLnBrk="1" fontAlgn="auto" latinLnBrk="0" hangingPunct="1">
              <a:lnSpc>
                <a:spcPct val="100000"/>
              </a:lnSpc>
              <a:spcBef>
                <a:spcPts val="0"/>
              </a:spcBef>
              <a:spcAft>
                <a:spcPts val="400"/>
              </a:spcAft>
              <a:buClr>
                <a:srgbClr val="000000"/>
              </a:buClr>
              <a:buSzPct val="110000"/>
              <a:buFont typeface="Arial" panose="020B0604020202020204" pitchFamily="34" charset="0"/>
              <a:buNone/>
              <a:tabLst/>
              <a:defRPr sz="1400">
                <a:solidFill>
                  <a:schemeClr val="bg1"/>
                </a:solidFill>
                <a:latin typeface="Poppins" pitchFamily="2" charset="77"/>
                <a:cs typeface="Poppins" pitchFamily="2" charset="77"/>
                <a:sym typeface="Arial" panose="020B0604020202020204" pitchFamily="34" charset="0"/>
              </a:defRPr>
            </a:lvl1pPr>
          </a:lstStyle>
          <a:p>
            <a:pPr marL="0" marR="0" lvl="0" indent="0" algn="l" defTabSz="685800" rtl="0" eaLnBrk="1" fontAlgn="auto" latinLnBrk="0" hangingPunct="1">
              <a:lnSpc>
                <a:spcPct val="100000"/>
              </a:lnSpc>
              <a:spcBef>
                <a:spcPts val="0"/>
              </a:spcBef>
              <a:spcAft>
                <a:spcPts val="400"/>
              </a:spcAft>
              <a:buClr>
                <a:srgbClr val="000000"/>
              </a:buClr>
              <a:buSzPct val="110000"/>
              <a:buFont typeface="Arial" panose="020B0604020202020204" pitchFamily="34" charset="0"/>
              <a:buNone/>
              <a:tabLst/>
              <a:defRPr/>
            </a:pPr>
            <a:r>
              <a:rPr lang="en-US"/>
              <a:t>MM, DD, YYYY</a:t>
            </a:r>
            <a:endParaRPr lang="en-IN"/>
          </a:p>
        </p:txBody>
      </p:sp>
    </p:spTree>
    <p:extLst>
      <p:ext uri="{BB962C8B-B14F-4D97-AF65-F5344CB8AC3E}">
        <p14:creationId xmlns:p14="http://schemas.microsoft.com/office/powerpoint/2010/main" val="653796763"/>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Divider_Dark_Plain">
    <p:bg>
      <p:bgPr>
        <a:solidFill>
          <a:schemeClr val="bg2"/>
        </a:solidFill>
        <a:effectLst/>
      </p:bgPr>
    </p:bg>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E9313467-AAEB-47EA-872C-6D5E4A960399}"/>
              </a:ext>
            </a:extLst>
          </p:cNvPr>
          <p:cNvGraphicFramePr>
            <a:graphicFrameLocks noChangeAspect="1"/>
          </p:cNvGraphicFramePr>
          <p:nvPr userDrawn="1">
            <p:custDataLst>
              <p:tags r:id="rId1"/>
            </p:custDataLst>
            <p:extLst>
              <p:ext uri="{D42A27DB-BD31-4B8C-83A1-F6EECF244321}">
                <p14:modId xmlns:p14="http://schemas.microsoft.com/office/powerpoint/2010/main" val="39039441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8" name="Object 7" hidden="1">
                        <a:extLst>
                          <a:ext uri="{FF2B5EF4-FFF2-40B4-BE49-F238E27FC236}">
                            <a16:creationId xmlns:a16="http://schemas.microsoft.com/office/drawing/2014/main" id="{E9313467-AAEB-47EA-872C-6D5E4A96039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itle 8">
            <a:extLst>
              <a:ext uri="{FF2B5EF4-FFF2-40B4-BE49-F238E27FC236}">
                <a16:creationId xmlns:a16="http://schemas.microsoft.com/office/drawing/2014/main" id="{040F44BC-85FB-BA1A-010A-8D5DF442D0CC}"/>
              </a:ext>
            </a:extLst>
          </p:cNvPr>
          <p:cNvSpPr>
            <a:spLocks noGrp="1"/>
          </p:cNvSpPr>
          <p:nvPr>
            <p:ph type="title" hasCustomPrompt="1"/>
          </p:nvPr>
        </p:nvSpPr>
        <p:spPr>
          <a:xfrm>
            <a:off x="1843197" y="1889589"/>
            <a:ext cx="4971448" cy="620829"/>
          </a:xfrm>
          <a:prstGeom prst="rect">
            <a:avLst/>
          </a:prstGeom>
        </p:spPr>
        <p:txBody>
          <a:bodyPr vert="horz" anchor="b">
            <a:spAutoFit/>
          </a:bodyPr>
          <a:lstStyle>
            <a:lvl1pPr>
              <a:defRPr sz="4000">
                <a:solidFill>
                  <a:schemeClr val="bg1"/>
                </a:solidFill>
                <a:latin typeface="Poppins" pitchFamily="2" charset="77"/>
                <a:cs typeface="Poppins" pitchFamily="2" charset="77"/>
                <a:sym typeface="Arial" panose="020B0604020202020204" pitchFamily="34" charset="0"/>
              </a:defRPr>
            </a:lvl1pPr>
          </a:lstStyle>
          <a:p>
            <a:r>
              <a:rPr lang="en-US"/>
              <a:t>Section Divider</a:t>
            </a:r>
          </a:p>
        </p:txBody>
      </p:sp>
      <p:sp>
        <p:nvSpPr>
          <p:cNvPr id="9" name="Subtitle 2">
            <a:extLst>
              <a:ext uri="{FF2B5EF4-FFF2-40B4-BE49-F238E27FC236}">
                <a16:creationId xmlns:a16="http://schemas.microsoft.com/office/drawing/2014/main" id="{91B57D95-97BB-921C-3F82-1C5C9716CB54}"/>
              </a:ext>
            </a:extLst>
          </p:cNvPr>
          <p:cNvSpPr>
            <a:spLocks noGrp="1"/>
          </p:cNvSpPr>
          <p:nvPr>
            <p:ph type="subTitle" idx="1" hasCustomPrompt="1"/>
          </p:nvPr>
        </p:nvSpPr>
        <p:spPr>
          <a:xfrm>
            <a:off x="1843197" y="2563103"/>
            <a:ext cx="4971448" cy="461665"/>
          </a:xfrm>
        </p:spPr>
        <p:txBody>
          <a:bodyPr wrap="square" anchor="b">
            <a:spAutoFit/>
          </a:bodyPr>
          <a:lstStyle>
            <a:lvl1pPr marL="0" indent="0" algn="l">
              <a:buNone/>
              <a:defRPr sz="1800">
                <a:solidFill>
                  <a:schemeClr val="bg1"/>
                </a:solidFill>
                <a:latin typeface="Poppins" pitchFamily="2" charset="77"/>
                <a:cs typeface="Poppins" pitchFamily="2" charset="77"/>
                <a:sym typeface="Arial" panose="020B0604020202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Subtitle goes here</a:t>
            </a:r>
          </a:p>
        </p:txBody>
      </p:sp>
      <p:cxnSp>
        <p:nvCxnSpPr>
          <p:cNvPr id="10" name="Straight Connector 9">
            <a:extLst>
              <a:ext uri="{FF2B5EF4-FFF2-40B4-BE49-F238E27FC236}">
                <a16:creationId xmlns:a16="http://schemas.microsoft.com/office/drawing/2014/main" id="{53672981-BBAA-3958-3B22-F8CBE10791F3}"/>
              </a:ext>
            </a:extLst>
          </p:cNvPr>
          <p:cNvCxnSpPr/>
          <p:nvPr userDrawn="1"/>
        </p:nvCxnSpPr>
        <p:spPr>
          <a:xfrm>
            <a:off x="267693" y="173137"/>
            <a:ext cx="8602981" cy="0"/>
          </a:xfrm>
          <a:prstGeom prst="line">
            <a:avLst/>
          </a:prstGeom>
          <a:ln w="25400">
            <a:solidFill>
              <a:srgbClr val="44B0B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7680415"/>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Divider_Dark_Num">
    <p:bg>
      <p:bgPr>
        <a:solidFill>
          <a:schemeClr val="bg2"/>
        </a:solidFill>
        <a:effectLst/>
      </p:bgPr>
    </p:bg>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E9313467-AAEB-47EA-872C-6D5E4A960399}"/>
              </a:ext>
            </a:extLst>
          </p:cNvPr>
          <p:cNvGraphicFramePr>
            <a:graphicFrameLocks noChangeAspect="1"/>
          </p:cNvGraphicFramePr>
          <p:nvPr userDrawn="1">
            <p:custDataLst>
              <p:tags r:id="rId1"/>
            </p:custDataLst>
            <p:extLst>
              <p:ext uri="{D42A27DB-BD31-4B8C-83A1-F6EECF244321}">
                <p14:modId xmlns:p14="http://schemas.microsoft.com/office/powerpoint/2010/main" val="39039441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8" name="Object 7" hidden="1">
                        <a:extLst>
                          <a:ext uri="{FF2B5EF4-FFF2-40B4-BE49-F238E27FC236}">
                            <a16:creationId xmlns:a16="http://schemas.microsoft.com/office/drawing/2014/main" id="{E9313467-AAEB-47EA-872C-6D5E4A96039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10">
            <a:extLst>
              <a:ext uri="{FF2B5EF4-FFF2-40B4-BE49-F238E27FC236}">
                <a16:creationId xmlns:a16="http://schemas.microsoft.com/office/drawing/2014/main" id="{F3367719-3351-33E9-9C91-64657A08E781}"/>
              </a:ext>
            </a:extLst>
          </p:cNvPr>
          <p:cNvSpPr>
            <a:spLocks noGrp="1"/>
          </p:cNvSpPr>
          <p:nvPr>
            <p:ph type="body" sz="quarter" idx="10" hasCustomPrompt="1"/>
          </p:nvPr>
        </p:nvSpPr>
        <p:spPr>
          <a:xfrm>
            <a:off x="921515" y="1889589"/>
            <a:ext cx="639536" cy="615553"/>
          </a:xfrm>
        </p:spPr>
        <p:txBody>
          <a:bodyPr tIns="0" rIns="0" bIns="0" anchor="ctr">
            <a:spAutoFit/>
          </a:bodyPr>
          <a:lstStyle>
            <a:lvl1pPr marL="0" indent="0" algn="r" defTabSz="685800" rtl="0" eaLnBrk="1" latinLnBrk="0" hangingPunct="1">
              <a:lnSpc>
                <a:spcPct val="100000"/>
              </a:lnSpc>
              <a:spcBef>
                <a:spcPct val="0"/>
              </a:spcBef>
              <a:buNone/>
              <a:defRPr lang="en-IN" sz="4000" b="0" kern="1200" dirty="0">
                <a:solidFill>
                  <a:schemeClr val="bg1"/>
                </a:solidFill>
                <a:latin typeface="Arial" panose="020B0604020202020204" pitchFamily="34" charset="0"/>
                <a:ea typeface="+mj-ea"/>
                <a:cs typeface="Arial" panose="020B0604020202020204" pitchFamily="34" charset="0"/>
                <a:sym typeface="Arial" panose="020B0604020202020204" pitchFamily="34" charset="0"/>
              </a:defRPr>
            </a:lvl1pPr>
          </a:lstStyle>
          <a:p>
            <a:pPr lvl="0"/>
            <a:r>
              <a:rPr lang="en-US"/>
              <a:t>01</a:t>
            </a:r>
            <a:endParaRPr lang="en-IN"/>
          </a:p>
        </p:txBody>
      </p:sp>
      <p:sp>
        <p:nvSpPr>
          <p:cNvPr id="5" name="Title 8">
            <a:extLst>
              <a:ext uri="{FF2B5EF4-FFF2-40B4-BE49-F238E27FC236}">
                <a16:creationId xmlns:a16="http://schemas.microsoft.com/office/drawing/2014/main" id="{C953021D-E6AD-E660-3DD1-019E4295EF82}"/>
              </a:ext>
            </a:extLst>
          </p:cNvPr>
          <p:cNvSpPr>
            <a:spLocks noGrp="1"/>
          </p:cNvSpPr>
          <p:nvPr>
            <p:ph type="title" hasCustomPrompt="1"/>
          </p:nvPr>
        </p:nvSpPr>
        <p:spPr>
          <a:xfrm>
            <a:off x="1843197" y="1889589"/>
            <a:ext cx="4971448" cy="620829"/>
          </a:xfrm>
          <a:prstGeom prst="rect">
            <a:avLst/>
          </a:prstGeom>
        </p:spPr>
        <p:txBody>
          <a:bodyPr vert="horz" anchor="b">
            <a:spAutoFit/>
          </a:bodyPr>
          <a:lstStyle>
            <a:lvl1pPr>
              <a:defRPr sz="4000">
                <a:solidFill>
                  <a:schemeClr val="bg1"/>
                </a:solidFill>
                <a:latin typeface="Poppins" pitchFamily="2" charset="77"/>
                <a:cs typeface="Poppins" pitchFamily="2" charset="77"/>
                <a:sym typeface="Arial" panose="020B0604020202020204" pitchFamily="34" charset="0"/>
              </a:defRPr>
            </a:lvl1pPr>
          </a:lstStyle>
          <a:p>
            <a:r>
              <a:rPr lang="en-US"/>
              <a:t>Section Divider</a:t>
            </a:r>
          </a:p>
        </p:txBody>
      </p:sp>
      <p:sp>
        <p:nvSpPr>
          <p:cNvPr id="7" name="Subtitle 2">
            <a:extLst>
              <a:ext uri="{FF2B5EF4-FFF2-40B4-BE49-F238E27FC236}">
                <a16:creationId xmlns:a16="http://schemas.microsoft.com/office/drawing/2014/main" id="{793908EE-BF33-DD3D-A94E-66167F3476E3}"/>
              </a:ext>
            </a:extLst>
          </p:cNvPr>
          <p:cNvSpPr>
            <a:spLocks noGrp="1"/>
          </p:cNvSpPr>
          <p:nvPr>
            <p:ph type="subTitle" idx="1" hasCustomPrompt="1"/>
          </p:nvPr>
        </p:nvSpPr>
        <p:spPr>
          <a:xfrm>
            <a:off x="1843197" y="2563103"/>
            <a:ext cx="4971448" cy="461665"/>
          </a:xfrm>
        </p:spPr>
        <p:txBody>
          <a:bodyPr wrap="square" anchor="b">
            <a:spAutoFit/>
          </a:bodyPr>
          <a:lstStyle>
            <a:lvl1pPr marL="0" indent="0" algn="l">
              <a:buNone/>
              <a:defRPr sz="1800">
                <a:solidFill>
                  <a:schemeClr val="bg1"/>
                </a:solidFill>
                <a:latin typeface="Poppins" pitchFamily="2" charset="77"/>
                <a:cs typeface="Poppins" pitchFamily="2" charset="77"/>
                <a:sym typeface="Arial" panose="020B0604020202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Subtitle goes here</a:t>
            </a:r>
          </a:p>
        </p:txBody>
      </p:sp>
      <p:cxnSp>
        <p:nvCxnSpPr>
          <p:cNvPr id="11" name="Straight Connector 10">
            <a:extLst>
              <a:ext uri="{FF2B5EF4-FFF2-40B4-BE49-F238E27FC236}">
                <a16:creationId xmlns:a16="http://schemas.microsoft.com/office/drawing/2014/main" id="{0BB26E6B-2D03-B827-E0EF-857BA6F4E6CC}"/>
              </a:ext>
            </a:extLst>
          </p:cNvPr>
          <p:cNvCxnSpPr/>
          <p:nvPr userDrawn="1"/>
        </p:nvCxnSpPr>
        <p:spPr>
          <a:xfrm>
            <a:off x="267693" y="173137"/>
            <a:ext cx="8602981" cy="0"/>
          </a:xfrm>
          <a:prstGeom prst="line">
            <a:avLst/>
          </a:prstGeom>
          <a:ln w="25400">
            <a:solidFill>
              <a:srgbClr val="44B0B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6419831"/>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ivider_Light_Plain">
    <p:bg>
      <p:bgRef idx="1001">
        <a:schemeClr val="bg1"/>
      </p:bgRef>
    </p:bg>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E9313467-AAEB-47EA-872C-6D5E4A960399}"/>
              </a:ext>
            </a:extLst>
          </p:cNvPr>
          <p:cNvGraphicFramePr>
            <a:graphicFrameLocks noChangeAspect="1"/>
          </p:cNvGraphicFramePr>
          <p:nvPr userDrawn="1">
            <p:custDataLst>
              <p:tags r:id="rId1"/>
            </p:custDataLst>
            <p:extLst>
              <p:ext uri="{D42A27DB-BD31-4B8C-83A1-F6EECF244321}">
                <p14:modId xmlns:p14="http://schemas.microsoft.com/office/powerpoint/2010/main" val="39039441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8" name="Object 7" hidden="1">
                        <a:extLst>
                          <a:ext uri="{FF2B5EF4-FFF2-40B4-BE49-F238E27FC236}">
                            <a16:creationId xmlns:a16="http://schemas.microsoft.com/office/drawing/2014/main" id="{E9313467-AAEB-47EA-872C-6D5E4A96039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cxnSp>
        <p:nvCxnSpPr>
          <p:cNvPr id="7" name="Straight Connector 6">
            <a:extLst>
              <a:ext uri="{FF2B5EF4-FFF2-40B4-BE49-F238E27FC236}">
                <a16:creationId xmlns:a16="http://schemas.microsoft.com/office/drawing/2014/main" id="{897D0434-F6C5-E401-2B7D-97150B7CA50D}"/>
              </a:ext>
            </a:extLst>
          </p:cNvPr>
          <p:cNvCxnSpPr/>
          <p:nvPr userDrawn="1"/>
        </p:nvCxnSpPr>
        <p:spPr>
          <a:xfrm>
            <a:off x="267693" y="173137"/>
            <a:ext cx="8602981" cy="0"/>
          </a:xfrm>
          <a:prstGeom prst="line">
            <a:avLst/>
          </a:prstGeom>
          <a:ln w="25400">
            <a:solidFill>
              <a:srgbClr val="44B0B1"/>
            </a:solidFill>
          </a:ln>
        </p:spPr>
        <p:style>
          <a:lnRef idx="1">
            <a:schemeClr val="accent1"/>
          </a:lnRef>
          <a:fillRef idx="0">
            <a:schemeClr val="accent1"/>
          </a:fillRef>
          <a:effectRef idx="0">
            <a:schemeClr val="accent1"/>
          </a:effectRef>
          <a:fontRef idx="minor">
            <a:schemeClr val="tx1"/>
          </a:fontRef>
        </p:style>
      </p:cxnSp>
      <p:sp>
        <p:nvSpPr>
          <p:cNvPr id="10" name="Title 8">
            <a:extLst>
              <a:ext uri="{FF2B5EF4-FFF2-40B4-BE49-F238E27FC236}">
                <a16:creationId xmlns:a16="http://schemas.microsoft.com/office/drawing/2014/main" id="{5FCF449E-431C-D715-FB6E-A9190D944B7F}"/>
              </a:ext>
            </a:extLst>
          </p:cNvPr>
          <p:cNvSpPr>
            <a:spLocks noGrp="1"/>
          </p:cNvSpPr>
          <p:nvPr>
            <p:ph type="title" hasCustomPrompt="1"/>
          </p:nvPr>
        </p:nvSpPr>
        <p:spPr>
          <a:xfrm>
            <a:off x="1843197" y="1889589"/>
            <a:ext cx="4971448" cy="620829"/>
          </a:xfrm>
          <a:prstGeom prst="rect">
            <a:avLst/>
          </a:prstGeom>
        </p:spPr>
        <p:txBody>
          <a:bodyPr vert="horz" anchor="b">
            <a:spAutoFit/>
          </a:bodyPr>
          <a:lstStyle>
            <a:lvl1pPr>
              <a:defRPr sz="4000">
                <a:solidFill>
                  <a:schemeClr val="bg2"/>
                </a:solidFill>
                <a:latin typeface="Poppins" pitchFamily="2" charset="77"/>
                <a:cs typeface="Poppins" pitchFamily="2" charset="77"/>
                <a:sym typeface="Arial" panose="020B0604020202020204" pitchFamily="34" charset="0"/>
              </a:defRPr>
            </a:lvl1pPr>
          </a:lstStyle>
          <a:p>
            <a:r>
              <a:rPr lang="en-US"/>
              <a:t>Section Divider</a:t>
            </a:r>
          </a:p>
        </p:txBody>
      </p:sp>
      <p:sp>
        <p:nvSpPr>
          <p:cNvPr id="11" name="Subtitle 2">
            <a:extLst>
              <a:ext uri="{FF2B5EF4-FFF2-40B4-BE49-F238E27FC236}">
                <a16:creationId xmlns:a16="http://schemas.microsoft.com/office/drawing/2014/main" id="{F35036A1-7E79-E176-EDCD-5CCE2ACADA9A}"/>
              </a:ext>
            </a:extLst>
          </p:cNvPr>
          <p:cNvSpPr>
            <a:spLocks noGrp="1"/>
          </p:cNvSpPr>
          <p:nvPr>
            <p:ph type="subTitle" idx="1" hasCustomPrompt="1"/>
          </p:nvPr>
        </p:nvSpPr>
        <p:spPr>
          <a:xfrm>
            <a:off x="1843197" y="2563103"/>
            <a:ext cx="4971448" cy="461665"/>
          </a:xfrm>
        </p:spPr>
        <p:txBody>
          <a:bodyPr wrap="square" anchor="b">
            <a:spAutoFit/>
          </a:bodyPr>
          <a:lstStyle>
            <a:lvl1pPr marL="0" indent="0" algn="l">
              <a:buNone/>
              <a:defRPr sz="1800">
                <a:solidFill>
                  <a:schemeClr val="bg2"/>
                </a:solidFill>
                <a:latin typeface="Poppins" pitchFamily="2" charset="77"/>
                <a:cs typeface="Poppins" pitchFamily="2" charset="77"/>
                <a:sym typeface="Arial" panose="020B0604020202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Subtitle goes here</a:t>
            </a:r>
          </a:p>
        </p:txBody>
      </p:sp>
    </p:spTree>
    <p:extLst>
      <p:ext uri="{BB962C8B-B14F-4D97-AF65-F5344CB8AC3E}">
        <p14:creationId xmlns:p14="http://schemas.microsoft.com/office/powerpoint/2010/main" val="812231894"/>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vider_Light_Num">
    <p:bg>
      <p:bgRef idx="1001">
        <a:schemeClr val="bg1"/>
      </p:bgRef>
    </p:bg>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E9313467-AAEB-47EA-872C-6D5E4A960399}"/>
              </a:ext>
            </a:extLst>
          </p:cNvPr>
          <p:cNvGraphicFramePr>
            <a:graphicFrameLocks noChangeAspect="1"/>
          </p:cNvGraphicFramePr>
          <p:nvPr userDrawn="1">
            <p:custDataLst>
              <p:tags r:id="rId1"/>
            </p:custDataLst>
            <p:extLst>
              <p:ext uri="{D42A27DB-BD31-4B8C-83A1-F6EECF244321}">
                <p14:modId xmlns:p14="http://schemas.microsoft.com/office/powerpoint/2010/main" val="39039441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8" name="Object 7" hidden="1">
                        <a:extLst>
                          <a:ext uri="{FF2B5EF4-FFF2-40B4-BE49-F238E27FC236}">
                            <a16:creationId xmlns:a16="http://schemas.microsoft.com/office/drawing/2014/main" id="{E9313467-AAEB-47EA-872C-6D5E4A96039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Text Placeholder 10">
            <a:extLst>
              <a:ext uri="{FF2B5EF4-FFF2-40B4-BE49-F238E27FC236}">
                <a16:creationId xmlns:a16="http://schemas.microsoft.com/office/drawing/2014/main" id="{CBDFDB58-2596-E563-7931-AFD7F3D01C81}"/>
              </a:ext>
            </a:extLst>
          </p:cNvPr>
          <p:cNvSpPr>
            <a:spLocks noGrp="1"/>
          </p:cNvSpPr>
          <p:nvPr>
            <p:ph type="body" sz="quarter" idx="10" hasCustomPrompt="1"/>
          </p:nvPr>
        </p:nvSpPr>
        <p:spPr>
          <a:xfrm>
            <a:off x="921515" y="1889589"/>
            <a:ext cx="639536" cy="615553"/>
          </a:xfrm>
        </p:spPr>
        <p:txBody>
          <a:bodyPr tIns="0" rIns="0" bIns="0" anchor="ctr">
            <a:spAutoFit/>
          </a:bodyPr>
          <a:lstStyle>
            <a:lvl1pPr marL="0" indent="0" algn="r" defTabSz="685800" rtl="0" eaLnBrk="1" latinLnBrk="0" hangingPunct="1">
              <a:lnSpc>
                <a:spcPct val="100000"/>
              </a:lnSpc>
              <a:spcBef>
                <a:spcPct val="0"/>
              </a:spcBef>
              <a:buNone/>
              <a:defRPr lang="en-IN" sz="4000" b="0" kern="1200" dirty="0">
                <a:solidFill>
                  <a:schemeClr val="bg2"/>
                </a:solidFill>
                <a:latin typeface="Arial" panose="020B0604020202020204" pitchFamily="34" charset="0"/>
                <a:ea typeface="+mj-ea"/>
                <a:cs typeface="Arial" panose="020B0604020202020204" pitchFamily="34" charset="0"/>
                <a:sym typeface="Arial" panose="020B0604020202020204" pitchFamily="34" charset="0"/>
              </a:defRPr>
            </a:lvl1pPr>
          </a:lstStyle>
          <a:p>
            <a:pPr lvl="0"/>
            <a:r>
              <a:rPr lang="en-US"/>
              <a:t>01</a:t>
            </a:r>
            <a:endParaRPr lang="en-IN"/>
          </a:p>
        </p:txBody>
      </p:sp>
      <p:sp>
        <p:nvSpPr>
          <p:cNvPr id="10" name="Title 8">
            <a:extLst>
              <a:ext uri="{FF2B5EF4-FFF2-40B4-BE49-F238E27FC236}">
                <a16:creationId xmlns:a16="http://schemas.microsoft.com/office/drawing/2014/main" id="{4FC5E2AF-0279-399F-9CFA-067B78F417CE}"/>
              </a:ext>
            </a:extLst>
          </p:cNvPr>
          <p:cNvSpPr>
            <a:spLocks noGrp="1"/>
          </p:cNvSpPr>
          <p:nvPr>
            <p:ph type="title" hasCustomPrompt="1"/>
          </p:nvPr>
        </p:nvSpPr>
        <p:spPr>
          <a:xfrm>
            <a:off x="1843197" y="1889589"/>
            <a:ext cx="4971448" cy="620829"/>
          </a:xfrm>
          <a:prstGeom prst="rect">
            <a:avLst/>
          </a:prstGeom>
        </p:spPr>
        <p:txBody>
          <a:bodyPr vert="horz" anchor="b">
            <a:spAutoFit/>
          </a:bodyPr>
          <a:lstStyle>
            <a:lvl1pPr>
              <a:defRPr sz="4000">
                <a:solidFill>
                  <a:schemeClr val="bg2"/>
                </a:solidFill>
                <a:latin typeface="Poppins" pitchFamily="2" charset="77"/>
                <a:cs typeface="Poppins" pitchFamily="2" charset="77"/>
                <a:sym typeface="Arial" panose="020B0604020202020204" pitchFamily="34" charset="0"/>
              </a:defRPr>
            </a:lvl1pPr>
          </a:lstStyle>
          <a:p>
            <a:r>
              <a:rPr lang="en-US"/>
              <a:t>Section Divider</a:t>
            </a:r>
          </a:p>
        </p:txBody>
      </p:sp>
      <p:sp>
        <p:nvSpPr>
          <p:cNvPr id="11" name="Subtitle 2">
            <a:extLst>
              <a:ext uri="{FF2B5EF4-FFF2-40B4-BE49-F238E27FC236}">
                <a16:creationId xmlns:a16="http://schemas.microsoft.com/office/drawing/2014/main" id="{00423E19-A119-78A2-F2CE-8B0F908E4961}"/>
              </a:ext>
            </a:extLst>
          </p:cNvPr>
          <p:cNvSpPr>
            <a:spLocks noGrp="1"/>
          </p:cNvSpPr>
          <p:nvPr>
            <p:ph type="subTitle" idx="1" hasCustomPrompt="1"/>
          </p:nvPr>
        </p:nvSpPr>
        <p:spPr>
          <a:xfrm>
            <a:off x="1843197" y="2563103"/>
            <a:ext cx="4971448" cy="461665"/>
          </a:xfrm>
        </p:spPr>
        <p:txBody>
          <a:bodyPr wrap="square" anchor="b">
            <a:spAutoFit/>
          </a:bodyPr>
          <a:lstStyle>
            <a:lvl1pPr marL="0" indent="0" algn="l">
              <a:buNone/>
              <a:defRPr sz="1800">
                <a:solidFill>
                  <a:schemeClr val="bg2"/>
                </a:solidFill>
                <a:latin typeface="Poppins" pitchFamily="2" charset="77"/>
                <a:cs typeface="Poppins" pitchFamily="2" charset="77"/>
                <a:sym typeface="Arial" panose="020B0604020202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Subtitle goes here</a:t>
            </a:r>
          </a:p>
        </p:txBody>
      </p:sp>
      <p:cxnSp>
        <p:nvCxnSpPr>
          <p:cNvPr id="12" name="Straight Connector 11">
            <a:extLst>
              <a:ext uri="{FF2B5EF4-FFF2-40B4-BE49-F238E27FC236}">
                <a16:creationId xmlns:a16="http://schemas.microsoft.com/office/drawing/2014/main" id="{CD6506B8-BAC7-CE09-2A35-51815BA3BEB9}"/>
              </a:ext>
            </a:extLst>
          </p:cNvPr>
          <p:cNvCxnSpPr/>
          <p:nvPr userDrawn="1"/>
        </p:nvCxnSpPr>
        <p:spPr>
          <a:xfrm>
            <a:off x="267693" y="173137"/>
            <a:ext cx="8602981" cy="0"/>
          </a:xfrm>
          <a:prstGeom prst="line">
            <a:avLst/>
          </a:prstGeom>
          <a:ln w="25400">
            <a:solidFill>
              <a:srgbClr val="44B0B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6823486"/>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3_Dark">
    <p:bg>
      <p:bgRef idx="1002">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ED6D4F8-980C-7932-3AF2-FF348AD90669}"/>
              </a:ext>
            </a:extLst>
          </p:cNvPr>
          <p:cNvSpPr/>
          <p:nvPr userDrawn="1"/>
        </p:nvSpPr>
        <p:spPr>
          <a:xfrm>
            <a:off x="0" y="0"/>
            <a:ext cx="3017520" cy="51435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 name="Object 7" hidden="1">
            <a:extLst>
              <a:ext uri="{FF2B5EF4-FFF2-40B4-BE49-F238E27FC236}">
                <a16:creationId xmlns:a16="http://schemas.microsoft.com/office/drawing/2014/main" id="{E9313467-AAEB-47EA-872C-6D5E4A960399}"/>
              </a:ext>
            </a:extLst>
          </p:cNvPr>
          <p:cNvGraphicFramePr>
            <a:graphicFrameLocks noChangeAspect="1"/>
          </p:cNvGraphicFramePr>
          <p:nvPr userDrawn="1">
            <p:custDataLst>
              <p:tags r:id="rId1"/>
            </p:custDataLst>
            <p:extLst>
              <p:ext uri="{D42A27DB-BD31-4B8C-83A1-F6EECF244321}">
                <p14:modId xmlns:p14="http://schemas.microsoft.com/office/powerpoint/2010/main" val="246535283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8" name="Object 7" hidden="1">
                        <a:extLst>
                          <a:ext uri="{FF2B5EF4-FFF2-40B4-BE49-F238E27FC236}">
                            <a16:creationId xmlns:a16="http://schemas.microsoft.com/office/drawing/2014/main" id="{E9313467-AAEB-47EA-872C-6D5E4A96039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6" name="Text Placeholder 12">
            <a:extLst>
              <a:ext uri="{FF2B5EF4-FFF2-40B4-BE49-F238E27FC236}">
                <a16:creationId xmlns:a16="http://schemas.microsoft.com/office/drawing/2014/main" id="{36462E44-020C-CA27-80D7-F752B6D36145}"/>
              </a:ext>
            </a:extLst>
          </p:cNvPr>
          <p:cNvSpPr>
            <a:spLocks noGrp="1"/>
          </p:cNvSpPr>
          <p:nvPr userDrawn="1">
            <p:ph type="body" sz="quarter" idx="18" hasCustomPrompt="1"/>
          </p:nvPr>
        </p:nvSpPr>
        <p:spPr>
          <a:xfrm>
            <a:off x="471186" y="2351842"/>
            <a:ext cx="2271975" cy="677108"/>
          </a:xfrm>
        </p:spPr>
        <p:txBody>
          <a:bodyPr wrap="square" anchor="t">
            <a:spAutoFit/>
          </a:bodyPr>
          <a:lstStyle>
            <a:lvl1pPr marL="0" indent="0" algn="l">
              <a:buNone/>
              <a:defRPr sz="3200" b="1">
                <a:solidFill>
                  <a:schemeClr val="bg1"/>
                </a:solidFill>
                <a:latin typeface="Poppins" pitchFamily="2" charset="77"/>
                <a:cs typeface="Poppins" pitchFamily="2" charset="77"/>
                <a:sym typeface="Arial" panose="020B0604020202020204" pitchFamily="34" charset="0"/>
              </a:defRPr>
            </a:lvl1pPr>
          </a:lstStyle>
          <a:p>
            <a:pPr lvl="0"/>
            <a:r>
              <a:rPr lang="en-US"/>
              <a:t>1/3 Layout</a:t>
            </a:r>
          </a:p>
        </p:txBody>
      </p:sp>
      <p:sp>
        <p:nvSpPr>
          <p:cNvPr id="4" name="Text Placeholder 2">
            <a:extLst>
              <a:ext uri="{FF2B5EF4-FFF2-40B4-BE49-F238E27FC236}">
                <a16:creationId xmlns:a16="http://schemas.microsoft.com/office/drawing/2014/main" id="{18C08382-CD4D-C02C-EF06-6370206F14D9}"/>
              </a:ext>
            </a:extLst>
          </p:cNvPr>
          <p:cNvSpPr>
            <a:spLocks noGrp="1"/>
          </p:cNvSpPr>
          <p:nvPr>
            <p:ph idx="1" hasCustomPrompt="1"/>
          </p:nvPr>
        </p:nvSpPr>
        <p:spPr>
          <a:xfrm>
            <a:off x="3663563" y="1267823"/>
            <a:ext cx="4566037" cy="2845145"/>
          </a:xfrm>
          <a:prstGeom prst="rect">
            <a:avLst/>
          </a:prstGeom>
        </p:spPr>
        <p:txBody>
          <a:bodyPr vert="horz" lIns="0" tIns="91440" rIns="91440" bIns="91440" rtlCol="0" anchor="ctr">
            <a:normAutofit/>
          </a:bodyPr>
          <a:lstStyle>
            <a:lvl1pPr>
              <a:spcAft>
                <a:spcPts val="800"/>
              </a:spcAft>
              <a:buClr>
                <a:schemeClr val="accent1"/>
              </a:buClr>
              <a:defRPr sz="2400">
                <a:solidFill>
                  <a:schemeClr val="bg2"/>
                </a:solidFill>
              </a:defRPr>
            </a:lvl1pPr>
            <a:lvl3pPr marL="577850" indent="0">
              <a:buNone/>
              <a:defRPr/>
            </a:lvl3pPr>
          </a:lstStyle>
          <a:p>
            <a:pPr lvl="0"/>
            <a:r>
              <a:rPr lang="en-US"/>
              <a:t>Text</a:t>
            </a:r>
          </a:p>
          <a:p>
            <a:pPr lvl="0"/>
            <a:r>
              <a:rPr lang="en-US"/>
              <a:t>Text</a:t>
            </a:r>
          </a:p>
          <a:p>
            <a:pPr lvl="0"/>
            <a:r>
              <a:rPr lang="en-US"/>
              <a:t>Text</a:t>
            </a:r>
          </a:p>
        </p:txBody>
      </p:sp>
    </p:spTree>
    <p:extLst>
      <p:ext uri="{BB962C8B-B14F-4D97-AF65-F5344CB8AC3E}">
        <p14:creationId xmlns:p14="http://schemas.microsoft.com/office/powerpoint/2010/main" val="2241282681"/>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1/3_Teal">
    <p:bg>
      <p:bgRef idx="1002">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ED6D4F8-980C-7932-3AF2-FF348AD90669}"/>
              </a:ext>
            </a:extLst>
          </p:cNvPr>
          <p:cNvSpPr/>
          <p:nvPr userDrawn="1"/>
        </p:nvSpPr>
        <p:spPr>
          <a:xfrm>
            <a:off x="0" y="0"/>
            <a:ext cx="3017520" cy="5143500"/>
          </a:xfrm>
          <a:prstGeom prst="rect">
            <a:avLst/>
          </a:prstGeom>
          <a:solidFill>
            <a:srgbClr val="44B0B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 name="Object 7" hidden="1">
            <a:extLst>
              <a:ext uri="{FF2B5EF4-FFF2-40B4-BE49-F238E27FC236}">
                <a16:creationId xmlns:a16="http://schemas.microsoft.com/office/drawing/2014/main" id="{E9313467-AAEB-47EA-872C-6D5E4A960399}"/>
              </a:ext>
            </a:extLst>
          </p:cNvPr>
          <p:cNvGraphicFramePr>
            <a:graphicFrameLocks noChangeAspect="1"/>
          </p:cNvGraphicFramePr>
          <p:nvPr userDrawn="1">
            <p:custDataLst>
              <p:tags r:id="rId1"/>
            </p:custDataLst>
            <p:extLst>
              <p:ext uri="{D42A27DB-BD31-4B8C-83A1-F6EECF244321}">
                <p14:modId xmlns:p14="http://schemas.microsoft.com/office/powerpoint/2010/main" val="246535283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8" name="Object 7" hidden="1">
                        <a:extLst>
                          <a:ext uri="{FF2B5EF4-FFF2-40B4-BE49-F238E27FC236}">
                            <a16:creationId xmlns:a16="http://schemas.microsoft.com/office/drawing/2014/main" id="{E9313467-AAEB-47EA-872C-6D5E4A96039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Text Placeholder 12">
            <a:extLst>
              <a:ext uri="{FF2B5EF4-FFF2-40B4-BE49-F238E27FC236}">
                <a16:creationId xmlns:a16="http://schemas.microsoft.com/office/drawing/2014/main" id="{3C618601-F80E-B62F-3A4F-475D8610275F}"/>
              </a:ext>
            </a:extLst>
          </p:cNvPr>
          <p:cNvSpPr>
            <a:spLocks noGrp="1"/>
          </p:cNvSpPr>
          <p:nvPr>
            <p:ph type="body" sz="quarter" idx="18" hasCustomPrompt="1"/>
          </p:nvPr>
        </p:nvSpPr>
        <p:spPr>
          <a:xfrm>
            <a:off x="471186" y="2351842"/>
            <a:ext cx="2271975" cy="677108"/>
          </a:xfrm>
        </p:spPr>
        <p:txBody>
          <a:bodyPr wrap="square" anchor="t">
            <a:spAutoFit/>
          </a:bodyPr>
          <a:lstStyle>
            <a:lvl1pPr marL="0" indent="0" algn="l">
              <a:buNone/>
              <a:defRPr sz="3200" b="1">
                <a:solidFill>
                  <a:schemeClr val="bg2"/>
                </a:solidFill>
                <a:latin typeface="Poppins" pitchFamily="2" charset="77"/>
                <a:cs typeface="Poppins" pitchFamily="2" charset="77"/>
                <a:sym typeface="Arial" panose="020B0604020202020204" pitchFamily="34" charset="0"/>
              </a:defRPr>
            </a:lvl1pPr>
          </a:lstStyle>
          <a:p>
            <a:pPr lvl="0"/>
            <a:r>
              <a:rPr lang="en-US"/>
              <a:t>1/3 Layout</a:t>
            </a:r>
          </a:p>
        </p:txBody>
      </p:sp>
      <p:sp>
        <p:nvSpPr>
          <p:cNvPr id="6" name="Text Placeholder 2">
            <a:extLst>
              <a:ext uri="{FF2B5EF4-FFF2-40B4-BE49-F238E27FC236}">
                <a16:creationId xmlns:a16="http://schemas.microsoft.com/office/drawing/2014/main" id="{9BA735F9-6926-6EB6-9522-5FD34377AF0C}"/>
              </a:ext>
            </a:extLst>
          </p:cNvPr>
          <p:cNvSpPr>
            <a:spLocks noGrp="1"/>
          </p:cNvSpPr>
          <p:nvPr>
            <p:ph idx="1" hasCustomPrompt="1"/>
          </p:nvPr>
        </p:nvSpPr>
        <p:spPr>
          <a:xfrm>
            <a:off x="3663563" y="1267823"/>
            <a:ext cx="4566037" cy="2845145"/>
          </a:xfrm>
          <a:prstGeom prst="rect">
            <a:avLst/>
          </a:prstGeom>
        </p:spPr>
        <p:txBody>
          <a:bodyPr vert="horz" lIns="0" tIns="91440" rIns="91440" bIns="91440" rtlCol="0" anchor="ctr">
            <a:normAutofit/>
          </a:bodyPr>
          <a:lstStyle>
            <a:lvl1pPr>
              <a:spcAft>
                <a:spcPts val="800"/>
              </a:spcAft>
              <a:buClr>
                <a:schemeClr val="accent1"/>
              </a:buClr>
              <a:defRPr sz="2400">
                <a:solidFill>
                  <a:schemeClr val="bg2"/>
                </a:solidFill>
              </a:defRPr>
            </a:lvl1pPr>
            <a:lvl3pPr marL="577850" indent="0">
              <a:buNone/>
              <a:defRPr/>
            </a:lvl3pPr>
          </a:lstStyle>
          <a:p>
            <a:pPr lvl="0"/>
            <a:r>
              <a:rPr lang="en-US"/>
              <a:t>Text</a:t>
            </a:r>
          </a:p>
          <a:p>
            <a:pPr lvl="0"/>
            <a:r>
              <a:rPr lang="en-US"/>
              <a:t>Text</a:t>
            </a:r>
          </a:p>
          <a:p>
            <a:pPr lvl="0"/>
            <a:r>
              <a:rPr lang="en-US"/>
              <a:t>Text</a:t>
            </a:r>
          </a:p>
        </p:txBody>
      </p:sp>
    </p:spTree>
    <p:extLst>
      <p:ext uri="{BB962C8B-B14F-4D97-AF65-F5344CB8AC3E}">
        <p14:creationId xmlns:p14="http://schemas.microsoft.com/office/powerpoint/2010/main" val="3856480759"/>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arge Text Box">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38BC805-EBF1-9D68-BCF5-3218C6462773}"/>
              </a:ext>
            </a:extLst>
          </p:cNvPr>
          <p:cNvSpPr>
            <a:spLocks noGrp="1"/>
          </p:cNvSpPr>
          <p:nvPr>
            <p:ph type="sldNum" sz="quarter" idx="10"/>
          </p:nvPr>
        </p:nvSpPr>
        <p:spPr/>
        <p:txBody>
          <a:bodyPr/>
          <a:lstStyle/>
          <a:p>
            <a:fld id="{096069B9-BB78-45EE-A327-B5E08C3C1DB1}" type="slidenum">
              <a:rPr lang="en-IN" smtClean="0"/>
              <a:pPr/>
              <a:t>‹#›</a:t>
            </a:fld>
            <a:endParaRPr lang="en-IN"/>
          </a:p>
        </p:txBody>
      </p:sp>
      <p:sp>
        <p:nvSpPr>
          <p:cNvPr id="4" name="Text Placeholder 2">
            <a:extLst>
              <a:ext uri="{FF2B5EF4-FFF2-40B4-BE49-F238E27FC236}">
                <a16:creationId xmlns:a16="http://schemas.microsoft.com/office/drawing/2014/main" id="{CE5D4017-DA17-11FC-3A8B-2EC780C95DB2}"/>
              </a:ext>
            </a:extLst>
          </p:cNvPr>
          <p:cNvSpPr>
            <a:spLocks noGrp="1"/>
          </p:cNvSpPr>
          <p:nvPr>
            <p:ph type="body" sz="quarter" idx="13" hasCustomPrompt="1"/>
          </p:nvPr>
        </p:nvSpPr>
        <p:spPr>
          <a:xfrm>
            <a:off x="269747" y="683063"/>
            <a:ext cx="8613197" cy="250387"/>
          </a:xfrm>
        </p:spPr>
        <p:txBody>
          <a:bodyPr anchor="ctr">
            <a:noAutofit/>
          </a:bodyPr>
          <a:lstStyle>
            <a:lvl1pPr marL="0" indent="0">
              <a:buNone/>
              <a:defRPr b="0">
                <a:solidFill>
                  <a:schemeClr val="bg2"/>
                </a:solidFill>
                <a:latin typeface="Poppins" pitchFamily="2" charset="77"/>
                <a:cs typeface="Poppins" pitchFamily="2" charset="77"/>
                <a:sym typeface="Arial" panose="020B0604020202020204" pitchFamily="34" charset="0"/>
              </a:defRPr>
            </a:lvl1pPr>
          </a:lstStyle>
          <a:p>
            <a:pPr lvl="0"/>
            <a:r>
              <a:rPr lang="en-US"/>
              <a:t>Click to add subtitle</a:t>
            </a:r>
          </a:p>
        </p:txBody>
      </p:sp>
      <p:sp>
        <p:nvSpPr>
          <p:cNvPr id="5" name="Text Placeholder 2">
            <a:extLst>
              <a:ext uri="{FF2B5EF4-FFF2-40B4-BE49-F238E27FC236}">
                <a16:creationId xmlns:a16="http://schemas.microsoft.com/office/drawing/2014/main" id="{53A36673-9167-CFCA-11F4-533B6010E421}"/>
              </a:ext>
            </a:extLst>
          </p:cNvPr>
          <p:cNvSpPr>
            <a:spLocks noGrp="1"/>
          </p:cNvSpPr>
          <p:nvPr>
            <p:ph idx="1" hasCustomPrompt="1"/>
          </p:nvPr>
        </p:nvSpPr>
        <p:spPr>
          <a:xfrm>
            <a:off x="269747" y="1170928"/>
            <a:ext cx="8613197" cy="3543300"/>
          </a:xfrm>
          <a:prstGeom prst="rect">
            <a:avLst/>
          </a:prstGeom>
        </p:spPr>
        <p:txBody>
          <a:bodyPr vert="horz" lIns="0" tIns="91440" rIns="91440" bIns="91440" rtlCol="0">
            <a:normAutofit/>
          </a:bodyPr>
          <a:lstStyle>
            <a:lvl1pPr>
              <a:spcAft>
                <a:spcPts val="800"/>
              </a:spcAft>
              <a:defRPr sz="1100"/>
            </a:lvl1pPr>
            <a:lvl3pPr marL="577850" indent="0">
              <a:buNone/>
              <a:defRPr/>
            </a:lvl3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a:t>
            </a:r>
          </a:p>
          <a:p>
            <a:pPr marL="288925" marR="0" lvl="0" indent="-169863" algn="l" defTabSz="685800" rtl="0" eaLnBrk="1" fontAlgn="auto" latinLnBrk="0" hangingPunct="1">
              <a:lnSpc>
                <a:spcPct val="100000"/>
              </a:lnSpc>
              <a:spcBef>
                <a:spcPts val="0"/>
              </a:spcBef>
              <a:spcAft>
                <a:spcPts val="400"/>
              </a:spcAft>
              <a:buClr>
                <a:srgbClr val="000000"/>
              </a:buClr>
              <a:buSzPct val="110000"/>
              <a:buFont typeface="Arial" panose="020B0604020202020204" pitchFamily="34" charset="0"/>
              <a:buChar char="•"/>
              <a:tabLst/>
              <a:defRPr/>
            </a:pP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a:t>
            </a:r>
          </a:p>
        </p:txBody>
      </p:sp>
      <p:sp>
        <p:nvSpPr>
          <p:cNvPr id="7" name="Title Placeholder 1">
            <a:extLst>
              <a:ext uri="{FF2B5EF4-FFF2-40B4-BE49-F238E27FC236}">
                <a16:creationId xmlns:a16="http://schemas.microsoft.com/office/drawing/2014/main" id="{3A599683-2567-4D42-BF3A-778195C66853}"/>
              </a:ext>
            </a:extLst>
          </p:cNvPr>
          <p:cNvSpPr>
            <a:spLocks noGrp="1"/>
          </p:cNvSpPr>
          <p:nvPr>
            <p:ph type="title"/>
          </p:nvPr>
        </p:nvSpPr>
        <p:spPr>
          <a:xfrm>
            <a:off x="269747" y="288036"/>
            <a:ext cx="8613197" cy="380802"/>
          </a:xfrm>
          <a:prstGeom prst="rect">
            <a:avLst/>
          </a:prstGeom>
        </p:spPr>
        <p:txBody>
          <a:bodyPr vert="horz" wrap="square" lIns="0" tIns="0" rIns="0" bIns="0" rtlCol="0" anchor="t">
            <a:noAutofit/>
          </a:bodyPr>
          <a:lstStyle/>
          <a:p>
            <a:r>
              <a:rPr lang="en-US"/>
              <a:t>Click to edit Master title style</a:t>
            </a:r>
          </a:p>
        </p:txBody>
      </p:sp>
      <p:cxnSp>
        <p:nvCxnSpPr>
          <p:cNvPr id="9" name="Straight Connector 8">
            <a:extLst>
              <a:ext uri="{FF2B5EF4-FFF2-40B4-BE49-F238E27FC236}">
                <a16:creationId xmlns:a16="http://schemas.microsoft.com/office/drawing/2014/main" id="{02EE4F2F-DF96-39BD-C370-937EEEB230E0}"/>
              </a:ext>
            </a:extLst>
          </p:cNvPr>
          <p:cNvCxnSpPr/>
          <p:nvPr userDrawn="1"/>
        </p:nvCxnSpPr>
        <p:spPr>
          <a:xfrm>
            <a:off x="267693" y="173137"/>
            <a:ext cx="8602981" cy="0"/>
          </a:xfrm>
          <a:prstGeom prst="line">
            <a:avLst/>
          </a:prstGeom>
          <a:ln w="25400">
            <a:solidFill>
              <a:srgbClr val="44B0B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37370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ouble Text">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BC3B0F8C-76B6-4AC4-AE39-16D072D3C3EC}"/>
              </a:ext>
            </a:extLst>
          </p:cNvPr>
          <p:cNvGraphicFramePr>
            <a:graphicFrameLocks noChangeAspect="1"/>
          </p:cNvGraphicFramePr>
          <p:nvPr userDrawn="1">
            <p:custDataLst>
              <p:tags r:id="rId1"/>
            </p:custDataLst>
            <p:extLst>
              <p:ext uri="{D42A27DB-BD31-4B8C-83A1-F6EECF244321}">
                <p14:modId xmlns:p14="http://schemas.microsoft.com/office/powerpoint/2010/main" val="23727973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7" name="Object 6" hidden="1">
                        <a:extLst>
                          <a:ext uri="{FF2B5EF4-FFF2-40B4-BE49-F238E27FC236}">
                            <a16:creationId xmlns:a16="http://schemas.microsoft.com/office/drawing/2014/main" id="{BC3B0F8C-76B6-4AC4-AE39-16D072D3C3E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fld id="{096069B9-BB78-45EE-A327-B5E08C3C1DB1}" type="slidenum">
              <a:rPr lang="en-IN" smtClean="0"/>
              <a:pPr/>
              <a:t>‹#›</a:t>
            </a:fld>
            <a:endParaRPr lang="en-IN"/>
          </a:p>
        </p:txBody>
      </p:sp>
      <p:sp>
        <p:nvSpPr>
          <p:cNvPr id="2" name="Text Placeholder 2">
            <a:extLst>
              <a:ext uri="{FF2B5EF4-FFF2-40B4-BE49-F238E27FC236}">
                <a16:creationId xmlns:a16="http://schemas.microsoft.com/office/drawing/2014/main" id="{73E07DAC-B2D9-A04C-7C4D-F2006D2DA96F}"/>
              </a:ext>
            </a:extLst>
          </p:cNvPr>
          <p:cNvSpPr>
            <a:spLocks noGrp="1"/>
          </p:cNvSpPr>
          <p:nvPr>
            <p:ph idx="1" hasCustomPrompt="1"/>
          </p:nvPr>
        </p:nvSpPr>
        <p:spPr>
          <a:xfrm>
            <a:off x="266572" y="1166825"/>
            <a:ext cx="4145281" cy="3543300"/>
          </a:xfrm>
          <a:prstGeom prst="rect">
            <a:avLst/>
          </a:prstGeom>
        </p:spPr>
        <p:txBody>
          <a:bodyPr vert="horz" lIns="0" tIns="91440" rIns="91440" bIns="91440" rtlCol="0">
            <a:normAutofit/>
          </a:bodyPr>
          <a:lstStyle>
            <a:lvl1pPr>
              <a:spcAft>
                <a:spcPts val="800"/>
              </a:spcAft>
              <a:defRPr sz="1100"/>
            </a:lvl1pPr>
            <a:lvl3pPr marL="577850" indent="0">
              <a:buNone/>
              <a:defRPr/>
            </a:lvl3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a:t>
            </a:r>
          </a:p>
          <a:p>
            <a:pPr marL="288925" marR="0" lvl="0" indent="-169863" algn="l" defTabSz="685800" rtl="0" eaLnBrk="1" fontAlgn="auto" latinLnBrk="0" hangingPunct="1">
              <a:lnSpc>
                <a:spcPct val="100000"/>
              </a:lnSpc>
              <a:spcBef>
                <a:spcPts val="0"/>
              </a:spcBef>
              <a:spcAft>
                <a:spcPts val="400"/>
              </a:spcAft>
              <a:buClr>
                <a:srgbClr val="000000"/>
              </a:buClr>
              <a:buSzPct val="110000"/>
              <a:buFont typeface="Arial" panose="020B0604020202020204" pitchFamily="34" charset="0"/>
              <a:buChar char="•"/>
              <a:tabLst/>
              <a:defRPr/>
            </a:pP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a:t>
            </a:r>
          </a:p>
        </p:txBody>
      </p:sp>
      <p:sp>
        <p:nvSpPr>
          <p:cNvPr id="13" name="Text Placeholder 2">
            <a:extLst>
              <a:ext uri="{FF2B5EF4-FFF2-40B4-BE49-F238E27FC236}">
                <a16:creationId xmlns:a16="http://schemas.microsoft.com/office/drawing/2014/main" id="{FE53DD72-5377-D04E-E318-82FDA0AE032A}"/>
              </a:ext>
            </a:extLst>
          </p:cNvPr>
          <p:cNvSpPr>
            <a:spLocks noGrp="1"/>
          </p:cNvSpPr>
          <p:nvPr>
            <p:ph type="body" sz="quarter" idx="13" hasCustomPrompt="1"/>
          </p:nvPr>
        </p:nvSpPr>
        <p:spPr>
          <a:xfrm>
            <a:off x="269747" y="683063"/>
            <a:ext cx="8613197" cy="250387"/>
          </a:xfrm>
        </p:spPr>
        <p:txBody>
          <a:bodyPr anchor="ctr">
            <a:noAutofit/>
          </a:bodyPr>
          <a:lstStyle>
            <a:lvl1pPr marL="0" indent="0">
              <a:buNone/>
              <a:defRPr b="0">
                <a:solidFill>
                  <a:schemeClr val="bg2"/>
                </a:solidFill>
                <a:latin typeface="Poppins" pitchFamily="2" charset="77"/>
                <a:cs typeface="Poppins" pitchFamily="2" charset="77"/>
                <a:sym typeface="Arial" panose="020B0604020202020204" pitchFamily="34" charset="0"/>
              </a:defRPr>
            </a:lvl1pPr>
          </a:lstStyle>
          <a:p>
            <a:pPr lvl="0"/>
            <a:r>
              <a:rPr lang="en-US"/>
              <a:t>Click to add subtitle</a:t>
            </a:r>
          </a:p>
        </p:txBody>
      </p:sp>
      <p:sp>
        <p:nvSpPr>
          <p:cNvPr id="14" name="Title Placeholder 1">
            <a:extLst>
              <a:ext uri="{FF2B5EF4-FFF2-40B4-BE49-F238E27FC236}">
                <a16:creationId xmlns:a16="http://schemas.microsoft.com/office/drawing/2014/main" id="{21CC7B92-B741-6ADF-F427-24BD2ADE5DB8}"/>
              </a:ext>
            </a:extLst>
          </p:cNvPr>
          <p:cNvSpPr>
            <a:spLocks noGrp="1"/>
          </p:cNvSpPr>
          <p:nvPr>
            <p:ph type="title"/>
          </p:nvPr>
        </p:nvSpPr>
        <p:spPr>
          <a:xfrm>
            <a:off x="269747" y="288036"/>
            <a:ext cx="8613197" cy="380802"/>
          </a:xfrm>
          <a:prstGeom prst="rect">
            <a:avLst/>
          </a:prstGeom>
        </p:spPr>
        <p:txBody>
          <a:bodyPr vert="horz" wrap="square" lIns="0" tIns="0" rIns="0" bIns="0" rtlCol="0" anchor="t">
            <a:noAutofit/>
          </a:bodyPr>
          <a:lstStyle/>
          <a:p>
            <a:r>
              <a:rPr lang="en-US"/>
              <a:t>Click to edit Master title style</a:t>
            </a:r>
          </a:p>
        </p:txBody>
      </p:sp>
      <p:sp>
        <p:nvSpPr>
          <p:cNvPr id="15" name="Text Placeholder 2">
            <a:extLst>
              <a:ext uri="{FF2B5EF4-FFF2-40B4-BE49-F238E27FC236}">
                <a16:creationId xmlns:a16="http://schemas.microsoft.com/office/drawing/2014/main" id="{AE770936-EB16-E6CA-4856-F1FC475A38A3}"/>
              </a:ext>
            </a:extLst>
          </p:cNvPr>
          <p:cNvSpPr>
            <a:spLocks noGrp="1"/>
          </p:cNvSpPr>
          <p:nvPr>
            <p:ph idx="14" hasCustomPrompt="1"/>
          </p:nvPr>
        </p:nvSpPr>
        <p:spPr>
          <a:xfrm>
            <a:off x="4737663" y="1166825"/>
            <a:ext cx="4145281" cy="3543300"/>
          </a:xfrm>
          <a:prstGeom prst="rect">
            <a:avLst/>
          </a:prstGeom>
        </p:spPr>
        <p:txBody>
          <a:bodyPr vert="horz" lIns="0" tIns="91440" rIns="91440" bIns="91440" rtlCol="0">
            <a:normAutofit/>
          </a:bodyPr>
          <a:lstStyle>
            <a:lvl1pPr>
              <a:spcAft>
                <a:spcPts val="800"/>
              </a:spcAft>
              <a:defRPr sz="1100"/>
            </a:lvl1pPr>
            <a:lvl3pPr marL="577850" indent="0">
              <a:buNone/>
              <a:defRPr/>
            </a:lvl3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a:t>
            </a:r>
          </a:p>
          <a:p>
            <a:pPr marL="288925" marR="0" lvl="0" indent="-169863" algn="l" defTabSz="685800" rtl="0" eaLnBrk="1" fontAlgn="auto" latinLnBrk="0" hangingPunct="1">
              <a:lnSpc>
                <a:spcPct val="100000"/>
              </a:lnSpc>
              <a:spcBef>
                <a:spcPts val="0"/>
              </a:spcBef>
              <a:spcAft>
                <a:spcPts val="400"/>
              </a:spcAft>
              <a:buClr>
                <a:srgbClr val="000000"/>
              </a:buClr>
              <a:buSzPct val="110000"/>
              <a:buFont typeface="Arial" panose="020B0604020202020204" pitchFamily="34" charset="0"/>
              <a:buChar char="•"/>
              <a:tabLst/>
              <a:defRPr/>
            </a:pP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a:t>
            </a:r>
          </a:p>
        </p:txBody>
      </p:sp>
      <p:cxnSp>
        <p:nvCxnSpPr>
          <p:cNvPr id="16" name="Straight Connector 15">
            <a:extLst>
              <a:ext uri="{FF2B5EF4-FFF2-40B4-BE49-F238E27FC236}">
                <a16:creationId xmlns:a16="http://schemas.microsoft.com/office/drawing/2014/main" id="{9EFEA41B-E0DC-0C7B-B940-1147B8D988CB}"/>
              </a:ext>
            </a:extLst>
          </p:cNvPr>
          <p:cNvCxnSpPr/>
          <p:nvPr userDrawn="1"/>
        </p:nvCxnSpPr>
        <p:spPr>
          <a:xfrm>
            <a:off x="267693" y="173137"/>
            <a:ext cx="8602981" cy="0"/>
          </a:xfrm>
          <a:prstGeom prst="line">
            <a:avLst/>
          </a:prstGeom>
          <a:ln w="25400">
            <a:solidFill>
              <a:srgbClr val="44B0B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46505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_Chart">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BC3B0F8C-76B6-4AC4-AE39-16D072D3C3EC}"/>
              </a:ext>
            </a:extLst>
          </p:cNvPr>
          <p:cNvGraphicFramePr>
            <a:graphicFrameLocks noChangeAspect="1"/>
          </p:cNvGraphicFramePr>
          <p:nvPr userDrawn="1">
            <p:custDataLst>
              <p:tags r:id="rId1"/>
            </p:custDataLst>
            <p:extLst>
              <p:ext uri="{D42A27DB-BD31-4B8C-83A1-F6EECF244321}">
                <p14:modId xmlns:p14="http://schemas.microsoft.com/office/powerpoint/2010/main" val="23727973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7" name="Object 6" hidden="1">
                        <a:extLst>
                          <a:ext uri="{FF2B5EF4-FFF2-40B4-BE49-F238E27FC236}">
                            <a16:creationId xmlns:a16="http://schemas.microsoft.com/office/drawing/2014/main" id="{BC3B0F8C-76B6-4AC4-AE39-16D072D3C3E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fld id="{096069B9-BB78-45EE-A327-B5E08C3C1DB1}" type="slidenum">
              <a:rPr lang="en-IN" smtClean="0"/>
              <a:pPr/>
              <a:t>‹#›</a:t>
            </a:fld>
            <a:endParaRPr lang="en-IN"/>
          </a:p>
        </p:txBody>
      </p:sp>
      <p:sp>
        <p:nvSpPr>
          <p:cNvPr id="14" name="Text Placeholder 2">
            <a:extLst>
              <a:ext uri="{FF2B5EF4-FFF2-40B4-BE49-F238E27FC236}">
                <a16:creationId xmlns:a16="http://schemas.microsoft.com/office/drawing/2014/main" id="{6E276FF0-C37C-2EFD-5472-DEF10146163A}"/>
              </a:ext>
            </a:extLst>
          </p:cNvPr>
          <p:cNvSpPr>
            <a:spLocks noGrp="1"/>
          </p:cNvSpPr>
          <p:nvPr>
            <p:ph type="body" sz="quarter" idx="13" hasCustomPrompt="1"/>
          </p:nvPr>
        </p:nvSpPr>
        <p:spPr>
          <a:xfrm>
            <a:off x="269747" y="683063"/>
            <a:ext cx="8613197" cy="250387"/>
          </a:xfrm>
        </p:spPr>
        <p:txBody>
          <a:bodyPr anchor="ctr">
            <a:noAutofit/>
          </a:bodyPr>
          <a:lstStyle>
            <a:lvl1pPr marL="0" indent="0">
              <a:buNone/>
              <a:defRPr b="0">
                <a:solidFill>
                  <a:schemeClr val="bg2"/>
                </a:solidFill>
                <a:latin typeface="Poppins" pitchFamily="2" charset="77"/>
                <a:cs typeface="Poppins" pitchFamily="2" charset="77"/>
                <a:sym typeface="Arial" panose="020B0604020202020204" pitchFamily="34" charset="0"/>
              </a:defRPr>
            </a:lvl1pPr>
          </a:lstStyle>
          <a:p>
            <a:pPr lvl="0"/>
            <a:r>
              <a:rPr lang="en-US"/>
              <a:t>Click to add subtitle</a:t>
            </a:r>
          </a:p>
        </p:txBody>
      </p:sp>
      <p:sp>
        <p:nvSpPr>
          <p:cNvPr id="15" name="Title Placeholder 1">
            <a:extLst>
              <a:ext uri="{FF2B5EF4-FFF2-40B4-BE49-F238E27FC236}">
                <a16:creationId xmlns:a16="http://schemas.microsoft.com/office/drawing/2014/main" id="{A0D042CE-9B60-556F-BFFC-273845DA0297}"/>
              </a:ext>
            </a:extLst>
          </p:cNvPr>
          <p:cNvSpPr>
            <a:spLocks noGrp="1"/>
          </p:cNvSpPr>
          <p:nvPr>
            <p:ph type="title"/>
          </p:nvPr>
        </p:nvSpPr>
        <p:spPr>
          <a:xfrm>
            <a:off x="269747" y="288036"/>
            <a:ext cx="8613197" cy="380802"/>
          </a:xfrm>
          <a:prstGeom prst="rect">
            <a:avLst/>
          </a:prstGeom>
        </p:spPr>
        <p:txBody>
          <a:bodyPr vert="horz" wrap="square" lIns="0" tIns="0" rIns="0" bIns="0" rtlCol="0" anchor="t">
            <a:noAutofit/>
          </a:bodyPr>
          <a:lstStyle/>
          <a:p>
            <a:r>
              <a:rPr lang="en-US"/>
              <a:t>Click to edit Master title style</a:t>
            </a:r>
          </a:p>
        </p:txBody>
      </p:sp>
      <p:sp>
        <p:nvSpPr>
          <p:cNvPr id="17" name="Text Placeholder 2">
            <a:extLst>
              <a:ext uri="{FF2B5EF4-FFF2-40B4-BE49-F238E27FC236}">
                <a16:creationId xmlns:a16="http://schemas.microsoft.com/office/drawing/2014/main" id="{BD86C69E-4085-29B5-B573-F95043664D2D}"/>
              </a:ext>
            </a:extLst>
          </p:cNvPr>
          <p:cNvSpPr>
            <a:spLocks noGrp="1"/>
          </p:cNvSpPr>
          <p:nvPr>
            <p:ph idx="1" hasCustomPrompt="1"/>
          </p:nvPr>
        </p:nvSpPr>
        <p:spPr>
          <a:xfrm>
            <a:off x="266572" y="1166825"/>
            <a:ext cx="4145281" cy="3543300"/>
          </a:xfrm>
          <a:prstGeom prst="rect">
            <a:avLst/>
          </a:prstGeom>
        </p:spPr>
        <p:txBody>
          <a:bodyPr vert="horz" lIns="0" tIns="91440" rIns="91440" bIns="91440" rtlCol="0">
            <a:normAutofit/>
          </a:bodyPr>
          <a:lstStyle>
            <a:lvl1pPr>
              <a:spcAft>
                <a:spcPts val="800"/>
              </a:spcAft>
              <a:defRPr sz="1100"/>
            </a:lvl1pPr>
            <a:lvl3pPr marL="577850" indent="0">
              <a:buNone/>
              <a:defRPr/>
            </a:lvl3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a:t>
            </a:r>
          </a:p>
          <a:p>
            <a:pPr marL="288925" marR="0" lvl="0" indent="-169863" algn="l" defTabSz="685800" rtl="0" eaLnBrk="1" fontAlgn="auto" latinLnBrk="0" hangingPunct="1">
              <a:lnSpc>
                <a:spcPct val="100000"/>
              </a:lnSpc>
              <a:spcBef>
                <a:spcPts val="0"/>
              </a:spcBef>
              <a:spcAft>
                <a:spcPts val="400"/>
              </a:spcAft>
              <a:buClr>
                <a:srgbClr val="000000"/>
              </a:buClr>
              <a:buSzPct val="110000"/>
              <a:buFont typeface="Arial" panose="020B0604020202020204" pitchFamily="34" charset="0"/>
              <a:buChar char="•"/>
              <a:tabLst/>
              <a:defRPr/>
            </a:pP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a:t>
            </a:r>
          </a:p>
        </p:txBody>
      </p:sp>
      <p:sp>
        <p:nvSpPr>
          <p:cNvPr id="20" name="Chart Placeholder 19">
            <a:extLst>
              <a:ext uri="{FF2B5EF4-FFF2-40B4-BE49-F238E27FC236}">
                <a16:creationId xmlns:a16="http://schemas.microsoft.com/office/drawing/2014/main" id="{6C8D5A57-635C-23F0-2482-986C08A1B93D}"/>
              </a:ext>
            </a:extLst>
          </p:cNvPr>
          <p:cNvSpPr>
            <a:spLocks noGrp="1"/>
          </p:cNvSpPr>
          <p:nvPr>
            <p:ph type="chart" sz="quarter" idx="15"/>
          </p:nvPr>
        </p:nvSpPr>
        <p:spPr>
          <a:xfrm>
            <a:off x="4737663" y="1166825"/>
            <a:ext cx="4145281" cy="3543300"/>
          </a:xfrm>
        </p:spPr>
        <p:txBody>
          <a:bodyPr/>
          <a:lstStyle/>
          <a:p>
            <a:endParaRPr lang="en-US"/>
          </a:p>
        </p:txBody>
      </p:sp>
      <p:cxnSp>
        <p:nvCxnSpPr>
          <p:cNvPr id="21" name="Straight Connector 20">
            <a:extLst>
              <a:ext uri="{FF2B5EF4-FFF2-40B4-BE49-F238E27FC236}">
                <a16:creationId xmlns:a16="http://schemas.microsoft.com/office/drawing/2014/main" id="{01D7BC99-637A-F706-74D7-DA56ED8F97AA}"/>
              </a:ext>
            </a:extLst>
          </p:cNvPr>
          <p:cNvCxnSpPr/>
          <p:nvPr userDrawn="1"/>
        </p:nvCxnSpPr>
        <p:spPr>
          <a:xfrm>
            <a:off x="267693" y="173137"/>
            <a:ext cx="8602981" cy="0"/>
          </a:xfrm>
          <a:prstGeom prst="line">
            <a:avLst/>
          </a:prstGeom>
          <a:ln w="25400">
            <a:solidFill>
              <a:srgbClr val="44B0B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1888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tandard_Chart">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BC3B0F8C-76B6-4AC4-AE39-16D072D3C3EC}"/>
              </a:ext>
            </a:extLst>
          </p:cNvPr>
          <p:cNvGraphicFramePr>
            <a:graphicFrameLocks noChangeAspect="1"/>
          </p:cNvGraphicFramePr>
          <p:nvPr userDrawn="1">
            <p:custDataLst>
              <p:tags r:id="rId1"/>
            </p:custDataLst>
            <p:extLst>
              <p:ext uri="{D42A27DB-BD31-4B8C-83A1-F6EECF244321}">
                <p14:modId xmlns:p14="http://schemas.microsoft.com/office/powerpoint/2010/main" val="23727973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7" name="Object 6" hidden="1">
                        <a:extLst>
                          <a:ext uri="{FF2B5EF4-FFF2-40B4-BE49-F238E27FC236}">
                            <a16:creationId xmlns:a16="http://schemas.microsoft.com/office/drawing/2014/main" id="{BC3B0F8C-76B6-4AC4-AE39-16D072D3C3E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fld id="{096069B9-BB78-45EE-A327-B5E08C3C1DB1}" type="slidenum">
              <a:rPr lang="en-IN" smtClean="0"/>
              <a:pPr/>
              <a:t>‹#›</a:t>
            </a:fld>
            <a:endParaRPr lang="en-IN"/>
          </a:p>
        </p:txBody>
      </p:sp>
      <p:sp>
        <p:nvSpPr>
          <p:cNvPr id="2" name="Chart Placeholder 2">
            <a:extLst>
              <a:ext uri="{FF2B5EF4-FFF2-40B4-BE49-F238E27FC236}">
                <a16:creationId xmlns:a16="http://schemas.microsoft.com/office/drawing/2014/main" id="{B4F153E5-6141-9F9E-1265-1628F44B467D}"/>
              </a:ext>
            </a:extLst>
          </p:cNvPr>
          <p:cNvSpPr>
            <a:spLocks noGrp="1"/>
          </p:cNvSpPr>
          <p:nvPr>
            <p:ph type="chart" sz="quarter" idx="14"/>
          </p:nvPr>
        </p:nvSpPr>
        <p:spPr>
          <a:xfrm>
            <a:off x="269747" y="1169799"/>
            <a:ext cx="8613197" cy="3543300"/>
          </a:xfrm>
        </p:spPr>
        <p:txBody>
          <a:bodyPr/>
          <a:lstStyle>
            <a:lvl1pPr>
              <a:defRPr>
                <a:latin typeface="+mn-lt"/>
              </a:defRPr>
            </a:lvl1pPr>
          </a:lstStyle>
          <a:p>
            <a:r>
              <a:rPr lang="en-US"/>
              <a:t>Click icon to add chart</a:t>
            </a:r>
            <a:endParaRPr lang="en-IN"/>
          </a:p>
        </p:txBody>
      </p:sp>
      <p:sp>
        <p:nvSpPr>
          <p:cNvPr id="14" name="Text Placeholder 2">
            <a:extLst>
              <a:ext uri="{FF2B5EF4-FFF2-40B4-BE49-F238E27FC236}">
                <a16:creationId xmlns:a16="http://schemas.microsoft.com/office/drawing/2014/main" id="{57CA46D2-0453-BC13-DD86-3C6E177A1BE1}"/>
              </a:ext>
            </a:extLst>
          </p:cNvPr>
          <p:cNvSpPr>
            <a:spLocks noGrp="1"/>
          </p:cNvSpPr>
          <p:nvPr>
            <p:ph type="body" sz="quarter" idx="13" hasCustomPrompt="1"/>
          </p:nvPr>
        </p:nvSpPr>
        <p:spPr>
          <a:xfrm>
            <a:off x="269747" y="683063"/>
            <a:ext cx="8613197" cy="250387"/>
          </a:xfrm>
        </p:spPr>
        <p:txBody>
          <a:bodyPr anchor="ctr">
            <a:noAutofit/>
          </a:bodyPr>
          <a:lstStyle>
            <a:lvl1pPr marL="0" indent="0">
              <a:buNone/>
              <a:defRPr b="0">
                <a:solidFill>
                  <a:schemeClr val="bg2"/>
                </a:solidFill>
                <a:latin typeface="Poppins" pitchFamily="2" charset="77"/>
                <a:cs typeface="Poppins" pitchFamily="2" charset="77"/>
                <a:sym typeface="Arial" panose="020B0604020202020204" pitchFamily="34" charset="0"/>
              </a:defRPr>
            </a:lvl1pPr>
          </a:lstStyle>
          <a:p>
            <a:pPr lvl="0"/>
            <a:r>
              <a:rPr lang="en-US"/>
              <a:t>Click to add subtitle</a:t>
            </a:r>
          </a:p>
        </p:txBody>
      </p:sp>
      <p:sp>
        <p:nvSpPr>
          <p:cNvPr id="15" name="Title Placeholder 1">
            <a:extLst>
              <a:ext uri="{FF2B5EF4-FFF2-40B4-BE49-F238E27FC236}">
                <a16:creationId xmlns:a16="http://schemas.microsoft.com/office/drawing/2014/main" id="{C2A89958-09D7-A027-EF4F-AD61EB2CA9F3}"/>
              </a:ext>
            </a:extLst>
          </p:cNvPr>
          <p:cNvSpPr>
            <a:spLocks noGrp="1"/>
          </p:cNvSpPr>
          <p:nvPr>
            <p:ph type="title"/>
          </p:nvPr>
        </p:nvSpPr>
        <p:spPr>
          <a:xfrm>
            <a:off x="269747" y="288036"/>
            <a:ext cx="8613197" cy="380802"/>
          </a:xfrm>
          <a:prstGeom prst="rect">
            <a:avLst/>
          </a:prstGeom>
        </p:spPr>
        <p:txBody>
          <a:bodyPr vert="horz" wrap="square" lIns="0" tIns="0" rIns="0" bIns="0" rtlCol="0" anchor="t">
            <a:noAutofit/>
          </a:bodyPr>
          <a:lstStyle/>
          <a:p>
            <a:r>
              <a:rPr lang="en-US"/>
              <a:t>Click to edit Master title style</a:t>
            </a:r>
          </a:p>
        </p:txBody>
      </p:sp>
      <p:cxnSp>
        <p:nvCxnSpPr>
          <p:cNvPr id="16" name="Straight Connector 15">
            <a:extLst>
              <a:ext uri="{FF2B5EF4-FFF2-40B4-BE49-F238E27FC236}">
                <a16:creationId xmlns:a16="http://schemas.microsoft.com/office/drawing/2014/main" id="{8BBA188C-C3CE-9572-5EF9-51E5FE050598}"/>
              </a:ext>
            </a:extLst>
          </p:cNvPr>
          <p:cNvCxnSpPr/>
          <p:nvPr userDrawn="1"/>
        </p:nvCxnSpPr>
        <p:spPr>
          <a:xfrm>
            <a:off x="267693" y="173137"/>
            <a:ext cx="8602981" cy="0"/>
          </a:xfrm>
          <a:prstGeom prst="line">
            <a:avLst/>
          </a:prstGeom>
          <a:ln w="25400">
            <a:solidFill>
              <a:srgbClr val="44B0B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95159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_Blank">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13CB52E-A0F8-39AE-56EE-3F04B4D058AD}"/>
              </a:ext>
            </a:extLst>
          </p:cNvPr>
          <p:cNvSpPr>
            <a:spLocks noGrp="1"/>
          </p:cNvSpPr>
          <p:nvPr>
            <p:ph type="sldNum" sz="quarter" idx="10"/>
          </p:nvPr>
        </p:nvSpPr>
        <p:spPr/>
        <p:txBody>
          <a:bodyPr/>
          <a:lstStyle/>
          <a:p>
            <a:fld id="{096069B9-BB78-45EE-A327-B5E08C3C1DB1}" type="slidenum">
              <a:rPr lang="en-IN" smtClean="0"/>
              <a:pPr/>
              <a:t>‹#›</a:t>
            </a:fld>
            <a:endParaRPr lang="en-IN"/>
          </a:p>
        </p:txBody>
      </p:sp>
      <p:sp>
        <p:nvSpPr>
          <p:cNvPr id="5" name="Title Placeholder 1">
            <a:extLst>
              <a:ext uri="{FF2B5EF4-FFF2-40B4-BE49-F238E27FC236}">
                <a16:creationId xmlns:a16="http://schemas.microsoft.com/office/drawing/2014/main" id="{11869109-AB79-DF35-EE18-0EFCC2AD2B81}"/>
              </a:ext>
            </a:extLst>
          </p:cNvPr>
          <p:cNvSpPr>
            <a:spLocks noGrp="1"/>
          </p:cNvSpPr>
          <p:nvPr>
            <p:ph type="title"/>
          </p:nvPr>
        </p:nvSpPr>
        <p:spPr>
          <a:xfrm>
            <a:off x="269747" y="288036"/>
            <a:ext cx="8613197" cy="380802"/>
          </a:xfrm>
          <a:prstGeom prst="rect">
            <a:avLst/>
          </a:prstGeom>
        </p:spPr>
        <p:txBody>
          <a:bodyPr vert="horz" wrap="square" lIns="0" tIns="0" rIns="0" bIns="0" rtlCol="0" anchor="t">
            <a:noAutofit/>
          </a:bodyPr>
          <a:lstStyle/>
          <a:p>
            <a:r>
              <a:rPr lang="en-US"/>
              <a:t>Click to edit Master title style</a:t>
            </a:r>
          </a:p>
        </p:txBody>
      </p:sp>
      <p:cxnSp>
        <p:nvCxnSpPr>
          <p:cNvPr id="7" name="Straight Connector 6">
            <a:extLst>
              <a:ext uri="{FF2B5EF4-FFF2-40B4-BE49-F238E27FC236}">
                <a16:creationId xmlns:a16="http://schemas.microsoft.com/office/drawing/2014/main" id="{68344E3F-B188-3B34-80EC-ABEBEA9C32DF}"/>
              </a:ext>
            </a:extLst>
          </p:cNvPr>
          <p:cNvCxnSpPr/>
          <p:nvPr userDrawn="1"/>
        </p:nvCxnSpPr>
        <p:spPr>
          <a:xfrm>
            <a:off x="267693" y="173137"/>
            <a:ext cx="8602981" cy="0"/>
          </a:xfrm>
          <a:prstGeom prst="line">
            <a:avLst/>
          </a:prstGeom>
          <a:ln w="25400">
            <a:solidFill>
              <a:srgbClr val="44B0B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04424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_Subtitle_Blank">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BC3B0F8C-76B6-4AC4-AE39-16D072D3C3EC}"/>
              </a:ext>
            </a:extLst>
          </p:cNvPr>
          <p:cNvGraphicFramePr>
            <a:graphicFrameLocks noChangeAspect="1"/>
          </p:cNvGraphicFramePr>
          <p:nvPr userDrawn="1">
            <p:custDataLst>
              <p:tags r:id="rId1"/>
            </p:custDataLst>
            <p:extLst>
              <p:ext uri="{D42A27DB-BD31-4B8C-83A1-F6EECF244321}">
                <p14:modId xmlns:p14="http://schemas.microsoft.com/office/powerpoint/2010/main" val="23727973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7" name="Object 6" hidden="1">
                        <a:extLst>
                          <a:ext uri="{FF2B5EF4-FFF2-40B4-BE49-F238E27FC236}">
                            <a16:creationId xmlns:a16="http://schemas.microsoft.com/office/drawing/2014/main" id="{BC3B0F8C-76B6-4AC4-AE39-16D072D3C3E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fld id="{096069B9-BB78-45EE-A327-B5E08C3C1DB1}" type="slidenum">
              <a:rPr lang="en-IN" smtClean="0"/>
              <a:pPr/>
              <a:t>‹#›</a:t>
            </a:fld>
            <a:endParaRPr lang="en-IN"/>
          </a:p>
        </p:txBody>
      </p:sp>
      <p:sp>
        <p:nvSpPr>
          <p:cNvPr id="11" name="Text Placeholder 2">
            <a:extLst>
              <a:ext uri="{FF2B5EF4-FFF2-40B4-BE49-F238E27FC236}">
                <a16:creationId xmlns:a16="http://schemas.microsoft.com/office/drawing/2014/main" id="{1B8C98F0-41A8-D8D8-C323-75A180C29272}"/>
              </a:ext>
            </a:extLst>
          </p:cNvPr>
          <p:cNvSpPr>
            <a:spLocks noGrp="1"/>
          </p:cNvSpPr>
          <p:nvPr>
            <p:ph type="body" sz="quarter" idx="13" hasCustomPrompt="1"/>
          </p:nvPr>
        </p:nvSpPr>
        <p:spPr>
          <a:xfrm>
            <a:off x="269747" y="683063"/>
            <a:ext cx="8613197" cy="250387"/>
          </a:xfrm>
        </p:spPr>
        <p:txBody>
          <a:bodyPr anchor="ctr">
            <a:noAutofit/>
          </a:bodyPr>
          <a:lstStyle>
            <a:lvl1pPr marL="0" indent="0">
              <a:buNone/>
              <a:defRPr b="0">
                <a:solidFill>
                  <a:schemeClr val="bg2"/>
                </a:solidFill>
                <a:latin typeface="Poppins" pitchFamily="2" charset="77"/>
                <a:cs typeface="Poppins" pitchFamily="2" charset="77"/>
                <a:sym typeface="Arial" panose="020B0604020202020204" pitchFamily="34" charset="0"/>
              </a:defRPr>
            </a:lvl1pPr>
          </a:lstStyle>
          <a:p>
            <a:pPr lvl="0"/>
            <a:r>
              <a:rPr lang="en-US"/>
              <a:t>Click to add subtitle</a:t>
            </a:r>
          </a:p>
        </p:txBody>
      </p:sp>
      <p:sp>
        <p:nvSpPr>
          <p:cNvPr id="12" name="Title Placeholder 1">
            <a:extLst>
              <a:ext uri="{FF2B5EF4-FFF2-40B4-BE49-F238E27FC236}">
                <a16:creationId xmlns:a16="http://schemas.microsoft.com/office/drawing/2014/main" id="{8B97C72F-D322-B4B3-D691-C28EA206E12F}"/>
              </a:ext>
            </a:extLst>
          </p:cNvPr>
          <p:cNvSpPr>
            <a:spLocks noGrp="1"/>
          </p:cNvSpPr>
          <p:nvPr>
            <p:ph type="title"/>
          </p:nvPr>
        </p:nvSpPr>
        <p:spPr>
          <a:xfrm>
            <a:off x="269747" y="288036"/>
            <a:ext cx="8613197" cy="380802"/>
          </a:xfrm>
          <a:prstGeom prst="rect">
            <a:avLst/>
          </a:prstGeom>
        </p:spPr>
        <p:txBody>
          <a:bodyPr vert="horz" wrap="square" lIns="0" tIns="0" rIns="0" bIns="0" rtlCol="0" anchor="t">
            <a:noAutofit/>
          </a:bodyPr>
          <a:lstStyle/>
          <a:p>
            <a:r>
              <a:rPr lang="en-US"/>
              <a:t>Click to edit Master title style</a:t>
            </a:r>
          </a:p>
        </p:txBody>
      </p:sp>
      <p:cxnSp>
        <p:nvCxnSpPr>
          <p:cNvPr id="13" name="Straight Connector 12">
            <a:extLst>
              <a:ext uri="{FF2B5EF4-FFF2-40B4-BE49-F238E27FC236}">
                <a16:creationId xmlns:a16="http://schemas.microsoft.com/office/drawing/2014/main" id="{30581E40-7CA7-5C51-E1AA-A61B030B3238}"/>
              </a:ext>
            </a:extLst>
          </p:cNvPr>
          <p:cNvCxnSpPr/>
          <p:nvPr userDrawn="1"/>
        </p:nvCxnSpPr>
        <p:spPr>
          <a:xfrm>
            <a:off x="267693" y="173137"/>
            <a:ext cx="8602981" cy="0"/>
          </a:xfrm>
          <a:prstGeom prst="line">
            <a:avLst/>
          </a:prstGeom>
          <a:ln w="25400">
            <a:solidFill>
              <a:srgbClr val="44B0B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4750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C278682-21C5-4BA6-02E4-5749039065E7}"/>
              </a:ext>
            </a:extLst>
          </p:cNvPr>
          <p:cNvSpPr>
            <a:spLocks noGrp="1"/>
          </p:cNvSpPr>
          <p:nvPr>
            <p:ph type="sldNum" sz="quarter" idx="10"/>
          </p:nvPr>
        </p:nvSpPr>
        <p:spPr/>
        <p:txBody>
          <a:bodyPr/>
          <a:lstStyle/>
          <a:p>
            <a:fld id="{096069B9-BB78-45EE-A327-B5E08C3C1DB1}" type="slidenum">
              <a:rPr lang="en-IN" smtClean="0"/>
              <a:pPr/>
              <a:t>‹#›</a:t>
            </a:fld>
            <a:endParaRPr lang="en-IN"/>
          </a:p>
        </p:txBody>
      </p:sp>
    </p:spTree>
    <p:extLst>
      <p:ext uri="{BB962C8B-B14F-4D97-AF65-F5344CB8AC3E}">
        <p14:creationId xmlns:p14="http://schemas.microsoft.com/office/powerpoint/2010/main" val="119814838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 Id="rId18" Type="http://schemas.openxmlformats.org/officeDocument/2006/relationships/tags" Target="../tags/tag2.xml"/><Relationship Id="rId19" Type="http://schemas.openxmlformats.org/officeDocument/2006/relationships/oleObject" Target="../embeddings/oleObject1.bin"/><Relationship Id="rId20" Type="http://schemas.openxmlformats.org/officeDocument/2006/relationships/image" Target="../media/image1.emf"/><Relationship Id="rId21" Type="http://schemas.openxmlformats.org/officeDocument/2006/relationships/image" Target="../media/image2.png"/><Relationship Id="rId22" Type="http://schemas.openxmlformats.org/officeDocument/2006/relationships/image" Target="../media/image3.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A7E2FB85-0332-40E3-B58E-9B714AB8797B}"/>
              </a:ext>
            </a:extLst>
          </p:cNvPr>
          <p:cNvGraphicFramePr>
            <a:graphicFrameLocks noChangeAspect="1"/>
          </p:cNvGraphicFramePr>
          <p:nvPr userDrawn="1">
            <p:custDataLst>
              <p:tags r:id="rId18"/>
            </p:custDataLst>
            <p:extLst>
              <p:ext uri="{D42A27DB-BD31-4B8C-83A1-F6EECF244321}">
                <p14:modId xmlns:p14="http://schemas.microsoft.com/office/powerpoint/2010/main" val="26779233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9" imgW="395" imgH="394" progId="TCLayout.ActiveDocument.1">
                  <p:embed/>
                </p:oleObj>
              </mc:Choice>
              <mc:Fallback>
                <p:oleObj name="think-cell Slide" r:id="rId19" imgW="395" imgH="394" progId="TCLayout.ActiveDocument.1">
                  <p:embed/>
                  <p:pic>
                    <p:nvPicPr>
                      <p:cNvPr id="8" name="Object 7" hidden="1">
                        <a:extLst>
                          <a:ext uri="{FF2B5EF4-FFF2-40B4-BE49-F238E27FC236}">
                            <a16:creationId xmlns:a16="http://schemas.microsoft.com/office/drawing/2014/main" id="{A7E2FB85-0332-40E3-B58E-9B714AB8797B}"/>
                          </a:ext>
                        </a:extLst>
                      </p:cNvPr>
                      <p:cNvPicPr/>
                      <p:nvPr/>
                    </p:nvPicPr>
                    <p:blipFill>
                      <a:blip r:embed="rId20"/>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269747" y="288036"/>
            <a:ext cx="8613197" cy="380802"/>
          </a:xfrm>
          <a:prstGeom prst="rect">
            <a:avLst/>
          </a:prstGeom>
        </p:spPr>
        <p:txBody>
          <a:bodyPr vert="horz" wrap="square"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269747" y="1162051"/>
            <a:ext cx="8613197" cy="3548944"/>
          </a:xfrm>
          <a:prstGeom prst="rect">
            <a:avLst/>
          </a:prstGeom>
        </p:spPr>
        <p:txBody>
          <a:bodyPr vert="horz" lIns="0" tIns="91440" rIns="91440" bIns="91440" rtlCol="0">
            <a:normAutofit/>
          </a:bodyPr>
          <a:lstStyle/>
          <a:p>
            <a:pPr lvl="0"/>
            <a:r>
              <a:rPr lang="en-US"/>
              <a:t>Click to edit Master text styles</a:t>
            </a:r>
          </a:p>
          <a:p>
            <a:pPr lvl="1"/>
            <a:r>
              <a:rPr lang="en-US"/>
              <a:t>Second Level</a:t>
            </a:r>
          </a:p>
          <a:p>
            <a:pPr lvl="2"/>
            <a:r>
              <a:rPr lang="en-US"/>
              <a:t>Third Level</a:t>
            </a:r>
          </a:p>
          <a:p>
            <a:pPr lvl="2"/>
            <a:endParaRPr lang="en-US"/>
          </a:p>
        </p:txBody>
      </p:sp>
      <p:sp>
        <p:nvSpPr>
          <p:cNvPr id="6" name="Slide Number Placeholder 5"/>
          <p:cNvSpPr>
            <a:spLocks noGrp="1"/>
          </p:cNvSpPr>
          <p:nvPr>
            <p:ph type="sldNum" sz="quarter" idx="4"/>
          </p:nvPr>
        </p:nvSpPr>
        <p:spPr>
          <a:xfrm>
            <a:off x="8763000" y="4890541"/>
            <a:ext cx="110608" cy="107722"/>
          </a:xfrm>
          <a:prstGeom prst="rect">
            <a:avLst/>
          </a:prstGeom>
        </p:spPr>
        <p:txBody>
          <a:bodyPr vert="horz" wrap="none" lIns="0" tIns="0" rIns="0" bIns="0" rtlCol="0" anchor="ctr">
            <a:spAutoFit/>
          </a:bodyPr>
          <a:lstStyle>
            <a:lvl1pPr algn="ctr">
              <a:defRPr sz="700">
                <a:solidFill>
                  <a:schemeClr val="bg1">
                    <a:lumMod val="50000"/>
                  </a:schemeClr>
                </a:solidFill>
                <a:latin typeface="Arial" panose="020B0604020202020204" pitchFamily="34" charset="0"/>
                <a:cs typeface="Arial" panose="020B0604020202020204" pitchFamily="34" charset="0"/>
                <a:sym typeface="Arial" panose="020B0604020202020204" pitchFamily="34" charset="0"/>
              </a:defRPr>
            </a:lvl1pPr>
          </a:lstStyle>
          <a:p>
            <a:fld id="{096069B9-BB78-45EE-A327-B5E08C3C1DB1}" type="slidenum">
              <a:rPr lang="en-IN" smtClean="0"/>
              <a:pPr/>
              <a:t>‹#›</a:t>
            </a:fld>
            <a:endParaRPr lang="en-IN"/>
          </a:p>
        </p:txBody>
      </p:sp>
      <p:pic>
        <p:nvPicPr>
          <p:cNvPr id="7" name="Graphic 6">
            <a:extLst>
              <a:ext uri="{FF2B5EF4-FFF2-40B4-BE49-F238E27FC236}">
                <a16:creationId xmlns:a16="http://schemas.microsoft.com/office/drawing/2014/main" id="{49EDC8A9-EC40-A491-439B-EA36C0F8F771}"/>
              </a:ext>
            </a:extLst>
          </p:cNvPr>
          <p:cNvPicPr>
            <a:picLocks noChangeAspect="1"/>
          </p:cNvPicPr>
          <p:nvPr userDrawn="1"/>
        </p:nvPicPr>
        <p:blipFill>
          <a:blip r:embed="rId21">
            <a:extLst>
              <a:ext uri="{96DAC541-7B7A-43D3-8B79-37D633B846F1}">
                <asvg:svgBlip xmlns:asvg="http://schemas.microsoft.com/office/drawing/2016/SVG/main" r:embed="rId22"/>
              </a:ext>
            </a:extLst>
          </a:blip>
          <a:stretch>
            <a:fillRect/>
          </a:stretch>
        </p:blipFill>
        <p:spPr>
          <a:xfrm>
            <a:off x="266700" y="4869581"/>
            <a:ext cx="663703" cy="149641"/>
          </a:xfrm>
          <a:prstGeom prst="rect">
            <a:avLst/>
          </a:prstGeom>
        </p:spPr>
      </p:pic>
    </p:spTree>
    <p:extLst>
      <p:ext uri="{BB962C8B-B14F-4D97-AF65-F5344CB8AC3E}">
        <p14:creationId xmlns:p14="http://schemas.microsoft.com/office/powerpoint/2010/main" val="42921379"/>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46" r:id="rId3"/>
    <p:sldLayoutId id="2147483749" r:id="rId4"/>
    <p:sldLayoutId id="2147483754" r:id="rId5"/>
    <p:sldLayoutId id="2147483755" r:id="rId6"/>
    <p:sldLayoutId id="2147483756" r:id="rId7"/>
    <p:sldLayoutId id="2147483707" r:id="rId8"/>
    <p:sldLayoutId id="2147483761" r:id="rId9"/>
    <p:sldLayoutId id="2147483768" r:id="rId10"/>
    <p:sldLayoutId id="2147483763" r:id="rId11"/>
    <p:sldLayoutId id="2147483764" r:id="rId12"/>
    <p:sldLayoutId id="2147483742" r:id="rId13"/>
    <p:sldLayoutId id="2147483767" r:id="rId14"/>
    <p:sldLayoutId id="2147483762" r:id="rId15"/>
    <p:sldLayoutId id="2147483769" r:id="rId16"/>
  </p:sldLayoutIdLst>
  <p:hf hdr="0" ftr="0" dt="0"/>
  <p:txStyles>
    <p:titleStyle>
      <a:lvl1pPr algn="l" defTabSz="685800" rtl="0" eaLnBrk="1" latinLnBrk="0" hangingPunct="1">
        <a:lnSpc>
          <a:spcPct val="100000"/>
        </a:lnSpc>
        <a:spcBef>
          <a:spcPct val="0"/>
        </a:spcBef>
        <a:buNone/>
        <a:defRPr sz="2400" b="0" kern="1200">
          <a:solidFill>
            <a:schemeClr val="bg2"/>
          </a:solidFill>
          <a:latin typeface="Poppins" pitchFamily="2" charset="77"/>
          <a:ea typeface="Verdana" panose="020B0604030504040204" pitchFamily="34" charset="0"/>
          <a:cs typeface="Poppins" pitchFamily="2" charset="77"/>
          <a:sym typeface="Arial" panose="020B0604020202020204" pitchFamily="34" charset="0"/>
        </a:defRPr>
      </a:lvl1pPr>
    </p:titleStyle>
    <p:bodyStyle>
      <a:lvl1pPr marL="288925" indent="-169863" algn="l" defTabSz="685800" rtl="0" eaLnBrk="1" latinLnBrk="0" hangingPunct="1">
        <a:lnSpc>
          <a:spcPct val="100000"/>
        </a:lnSpc>
        <a:spcBef>
          <a:spcPts val="0"/>
        </a:spcBef>
        <a:spcAft>
          <a:spcPts val="400"/>
        </a:spcAft>
        <a:buClr>
          <a:srgbClr val="000000"/>
        </a:buClr>
        <a:buSzPct val="110000"/>
        <a:buFont typeface="Arial" panose="020B0604020202020204" pitchFamily="34" charset="0"/>
        <a:buChar char="•"/>
        <a:tabLst/>
        <a:defRPr sz="1400" kern="1200">
          <a:solidFill>
            <a:schemeClr val="tx1"/>
          </a:solidFill>
          <a:latin typeface="Poppins" pitchFamily="2" charset="77"/>
          <a:ea typeface="+mn-ea"/>
          <a:cs typeface="Poppins" pitchFamily="2" charset="77"/>
          <a:sym typeface="Arial" panose="020B0604020202020204" pitchFamily="34" charset="0"/>
        </a:defRPr>
      </a:lvl1pPr>
      <a:lvl2pPr marL="577850" indent="-233363" algn="l" defTabSz="685800" rtl="0" eaLnBrk="1" latinLnBrk="0" hangingPunct="1">
        <a:lnSpc>
          <a:spcPct val="100000"/>
        </a:lnSpc>
        <a:spcBef>
          <a:spcPts val="0"/>
        </a:spcBef>
        <a:spcAft>
          <a:spcPts val="400"/>
        </a:spcAft>
        <a:buClr>
          <a:srgbClr val="000000"/>
        </a:buClr>
        <a:buFont typeface="Courier New" panose="02070309020205020404" pitchFamily="49" charset="0"/>
        <a:buChar char="o"/>
        <a:tabLst/>
        <a:defRPr sz="1200" kern="1200">
          <a:solidFill>
            <a:schemeClr val="tx1"/>
          </a:solidFill>
          <a:latin typeface="Poppins" pitchFamily="2" charset="77"/>
          <a:ea typeface="+mn-ea"/>
          <a:cs typeface="Poppins" pitchFamily="2" charset="77"/>
          <a:sym typeface="Arial" panose="020B0604020202020204" pitchFamily="34" charset="0"/>
        </a:defRPr>
      </a:lvl2pPr>
      <a:lvl3pPr marL="803275" indent="-225425" algn="l" defTabSz="685800" rtl="0" eaLnBrk="1" latinLnBrk="0" hangingPunct="1">
        <a:lnSpc>
          <a:spcPct val="100000"/>
        </a:lnSpc>
        <a:spcBef>
          <a:spcPts val="0"/>
        </a:spcBef>
        <a:spcAft>
          <a:spcPts val="400"/>
        </a:spcAft>
        <a:buClr>
          <a:srgbClr val="000000"/>
        </a:buClr>
        <a:buFont typeface="Wingdings" pitchFamily="2" charset="2"/>
        <a:buChar char="§"/>
        <a:tabLst/>
        <a:defRPr sz="1200" kern="1200">
          <a:solidFill>
            <a:schemeClr val="tx1"/>
          </a:solidFill>
          <a:latin typeface="Poppins" pitchFamily="2" charset="77"/>
          <a:ea typeface="+mn-ea"/>
          <a:cs typeface="Poppins" pitchFamily="2" charset="77"/>
          <a:sym typeface="Arial" panose="020B0604020202020204" pitchFamily="34" charset="0"/>
        </a:defRPr>
      </a:lvl3pPr>
      <a:lvl4pPr marL="731520" indent="-182880" algn="l" defTabSz="685800" rtl="0" eaLnBrk="1" latinLnBrk="0" hangingPunct="1">
        <a:lnSpc>
          <a:spcPct val="100000"/>
        </a:lnSpc>
        <a:spcBef>
          <a:spcPts val="0"/>
        </a:spcBef>
        <a:spcAft>
          <a:spcPts val="300"/>
        </a:spcAft>
        <a:buClr>
          <a:srgbClr val="000000"/>
        </a:buClr>
        <a:buFont typeface="Courier New" panose="02070309020205020404" pitchFamily="49" charset="0"/>
        <a:buChar char="o"/>
        <a:defRPr sz="10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914400" indent="-182880" algn="l" defTabSz="685800" rtl="0" eaLnBrk="1" latinLnBrk="0" hangingPunct="1">
        <a:lnSpc>
          <a:spcPct val="100000"/>
        </a:lnSpc>
        <a:spcBef>
          <a:spcPts val="0"/>
        </a:spcBef>
        <a:spcAft>
          <a:spcPts val="300"/>
        </a:spcAft>
        <a:buClr>
          <a:srgbClr val="000000"/>
        </a:buClr>
        <a:buFont typeface="Arial" panose="020B0604020202020204" pitchFamily="34" charset="0"/>
        <a:buChar char="•"/>
        <a:defRPr sz="10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8" userDrawn="1">
          <p15:clr>
            <a:srgbClr val="F26B43"/>
          </p15:clr>
        </p15:guide>
        <p15:guide id="2" pos="5592" userDrawn="1">
          <p15:clr>
            <a:srgbClr val="F26B43"/>
          </p15:clr>
        </p15:guide>
        <p15:guide id="3" pos="168" userDrawn="1">
          <p15:clr>
            <a:srgbClr val="F26B43"/>
          </p15:clr>
        </p15:guide>
        <p15:guide id="4" orient="horz" pos="588" userDrawn="1">
          <p15:clr>
            <a:srgbClr val="F26B43"/>
          </p15:clr>
        </p15:guide>
        <p15:guide id="5" pos="288" userDrawn="1">
          <p15:clr>
            <a:srgbClr val="F26B43"/>
          </p15:clr>
        </p15:guide>
        <p15:guide id="6" pos="5472" userDrawn="1">
          <p15:clr>
            <a:srgbClr val="F26B43"/>
          </p15:clr>
        </p15:guide>
        <p15:guide id="7" pos="2880" userDrawn="1">
          <p15:clr>
            <a:srgbClr val="F26B43"/>
          </p15:clr>
        </p15:guide>
        <p15:guide id="8" orient="horz" pos="3180" userDrawn="1">
          <p15:clr>
            <a:srgbClr val="F26B43"/>
          </p15:clr>
        </p15:guide>
        <p15:guide id="9" orient="horz" pos="1908" userDrawn="1">
          <p15:clr>
            <a:srgbClr val="F26B43"/>
          </p15:clr>
        </p15:guide>
        <p15:guide id="10" pos="2980" userDrawn="1">
          <p15:clr>
            <a:srgbClr val="F26B43"/>
          </p15:clr>
        </p15:guide>
        <p15:guide id="11" pos="2784" userDrawn="1">
          <p15:clr>
            <a:srgbClr val="F26B43"/>
          </p15:clr>
        </p15:guide>
        <p15:guide id="12" orient="horz" pos="1812" userDrawn="1">
          <p15:clr>
            <a:srgbClr val="F26B43"/>
          </p15:clr>
        </p15:guide>
        <p15:guide id="13" orient="horz" pos="2964" userDrawn="1">
          <p15:clr>
            <a:srgbClr val="F26B43"/>
          </p15:clr>
        </p15:guide>
        <p15:guide id="14" orient="horz" pos="3036" userDrawn="1">
          <p15:clr>
            <a:srgbClr val="F26B43"/>
          </p15:clr>
        </p15:guide>
        <p15:guide id="15" orient="horz" pos="180" userDrawn="1">
          <p15:clr>
            <a:srgbClr val="F26B43"/>
          </p15:clr>
        </p15:guide>
        <p15:guide id="16" orient="horz" pos="420" userDrawn="1">
          <p15:clr>
            <a:srgbClr val="F26B43"/>
          </p15:clr>
        </p15:guide>
        <p15:guide id="17" orient="horz" pos="660" userDrawn="1">
          <p15:clr>
            <a:srgbClr val="F26B43"/>
          </p15:clr>
        </p15:guide>
        <p15:guide id="18" orient="horz" pos="732" userDrawn="1">
          <p15:clr>
            <a:srgbClr val="F26B43"/>
          </p15:clr>
        </p15:guide>
        <p15:guide id="19" orient="horz" pos="80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a:xfrm>
            <a:off x="269748" y="683056"/>
            <a:ext cx="8613648" cy="274320"/>
          </a:xfrm>
        </p:spPr>
        <p:txBody>
          <a:bodyPr/>
          <a:lstStyle/>
          <a:p>
            <a:pPr>
              <a:buNone/>
            </a:pPr>
            <a:r>
              <a:rPr sz="1400">
                <a:solidFill>
                  <a:srgbClr val="09375F"/>
                </a:solidFill>
                <a:latin typeface="Poppins"/>
              </a:rPr>
              <a:t>Evidence from one completed Aberdeen engagement, not adjectives</a:t>
            </a:r>
          </a:p>
        </p:txBody>
      </p:sp>
      <p:sp>
        <p:nvSpPr>
          <p:cNvPr id="3" name="Title 2"/>
          <p:cNvSpPr>
            <a:spLocks noGrp="1"/>
          </p:cNvSpPr>
          <p:nvPr>
            <p:ph type="title"/>
          </p:nvPr>
        </p:nvSpPr>
        <p:spPr>
          <a:xfrm>
            <a:off x="269748" y="288036"/>
            <a:ext cx="8613648" cy="380390"/>
          </a:xfrm>
        </p:spPr>
        <p:txBody>
          <a:bodyPr/>
          <a:lstStyle/>
          <a:p>
            <a:pPr>
              <a:buNone/>
            </a:pPr>
            <a:r>
              <a:rPr sz="2400">
                <a:solidFill>
                  <a:srgbClr val="09375F"/>
                </a:solidFill>
                <a:latin typeface="Poppins"/>
              </a:rPr>
              <a:t>The model and the deliverable diverge</a:t>
            </a:r>
          </a:p>
        </p:txBody>
      </p:sp>
      <p:graphicFrame>
        <p:nvGraphicFramePr>
          <p:cNvPr id="4" name="Table 3"/>
          <p:cNvGraphicFramePr>
            <a:graphicFrameLocks noGrp="1"/>
          </p:cNvGraphicFramePr>
          <p:nvPr/>
        </p:nvGraphicFramePr>
        <p:xfrm>
          <a:off x="269748" y="1170432"/>
          <a:ext cx="8613647" cy="2743200"/>
        </p:xfrm>
        <a:graphic>
          <a:graphicData uri="http://schemas.openxmlformats.org/drawingml/2006/table">
            <a:tbl>
              <a:tblPr firstRow="1" bandRow="0">
                <a:tableStyleId>{69012ECD-51FC-41F1-AA8D-1B2483CD663E}</a:tableStyleId>
              </a:tblPr>
              <a:tblGrid>
                <a:gridCol w="4480560"/>
                <a:gridCol w="4133087"/>
              </a:tblGrid>
              <a:tr h="274320">
                <a:tc>
                  <a:txBody>
                    <a:bodyPr wrap="square"/>
                    <a:lstStyle/>
                    <a:p>
                      <a:pPr>
                        <a:buNone/>
                      </a:pPr>
                      <a:r>
                        <a:rPr sz="1100" b="1">
                          <a:solidFill>
                            <a:srgbClr val="FFFFFF"/>
                          </a:solidFill>
                          <a:latin typeface="Poppins"/>
                        </a:rPr>
                        <a:t>What the delivered artefacts show</a:t>
                      </a:r>
                    </a:p>
                  </a:txBody>
                  <a:tcPr marL="73152" marR="73152" marT="36576" marB="36576" anchor="ctr">
                    <a:solidFill>
                      <a:srgbClr val="09375F"/>
                    </a:solidFill>
                  </a:tcPr>
                </a:tc>
                <a:tc>
                  <a:txBody>
                    <a:bodyPr wrap="square"/>
                    <a:lstStyle/>
                    <a:p>
                      <a:pPr>
                        <a:buNone/>
                      </a:pPr>
                      <a:r>
                        <a:rPr sz="1100" b="1">
                          <a:solidFill>
                            <a:srgbClr val="FFFFFF"/>
                          </a:solidFill>
                          <a:latin typeface="Poppins"/>
                        </a:rPr>
                        <a:t>Why it is structural, not sloppy</a:t>
                      </a:r>
                    </a:p>
                  </a:txBody>
                  <a:tcPr marL="73152" marR="73152" marT="36576" marB="36576" anchor="ctr">
                    <a:solidFill>
                      <a:srgbClr val="09375F"/>
                    </a:solidFill>
                  </a:tcPr>
                </a:tc>
              </a:tr>
              <a:tr h="411480">
                <a:tc>
                  <a:txBody>
                    <a:bodyPr wrap="square"/>
                    <a:lstStyle/>
                    <a:p>
                      <a:pPr>
                        <a:buNone/>
                      </a:pPr>
                      <a:r>
                        <a:rPr sz="1100" b="1">
                          <a:solidFill>
                            <a:srgbClr val="404040"/>
                          </a:solidFill>
                          <a:latin typeface="Poppins"/>
                        </a:rPr>
                        <a:t>Scores held as rubric prose and parsed back out of the display string</a:t>
                      </a:r>
                    </a:p>
                  </a:txBody>
                  <a:tcPr marL="73152" marR="73152" marT="36576" marB="36576" anchor="t">
                    <a:solidFill>
                      <a:srgbClr val="FFFFFF"/>
                    </a:solidFill>
                  </a:tcPr>
                </a:tc>
                <a:tc>
                  <a:txBody>
                    <a:bodyPr wrap="square"/>
                    <a:lstStyle/>
                    <a:p>
                      <a:pPr>
                        <a:buNone/>
                      </a:pPr>
                      <a:r>
                        <a:rPr sz="1100" b="0">
                          <a:solidFill>
                            <a:srgbClr val="404040"/>
                          </a:solidFill>
                          <a:latin typeface="Poppins"/>
                        </a:rPr>
                        <a:t>The number is inseparable from its justification, so it is never a field</a:t>
                      </a:r>
                    </a:p>
                  </a:txBody>
                  <a:tcPr marL="73152" marR="73152" marT="36576" marB="36576" anchor="t">
                    <a:solidFill>
                      <a:srgbClr val="FFFFFF"/>
                    </a:solidFill>
                  </a:tcPr>
                </a:tc>
              </a:tr>
              <a:tr h="411480">
                <a:tc>
                  <a:txBody>
                    <a:bodyPr wrap="square"/>
                    <a:lstStyle/>
                    <a:p>
                      <a:pPr>
                        <a:buNone/>
                      </a:pPr>
                      <a:r>
                        <a:rPr sz="1100" b="1">
                          <a:solidFill>
                            <a:srgbClr val="404040"/>
                          </a:solidFill>
                          <a:latin typeface="Poppins"/>
                        </a:rPr>
                        <a:t>Dimension weights typed into one formula row per sheet</a:t>
                      </a:r>
                    </a:p>
                  </a:txBody>
                  <a:tcPr marL="73152" marR="73152" marT="36576" marB="36576" anchor="t">
                    <a:solidFill>
                      <a:srgbClr val="FFFFFF"/>
                    </a:solidFill>
                  </a:tcPr>
                </a:tc>
                <a:tc>
                  <a:txBody>
                    <a:bodyPr wrap="square"/>
                    <a:lstStyle/>
                    <a:p>
                      <a:pPr>
                        <a:buNone/>
                      </a:pPr>
                      <a:r>
                        <a:rPr sz="1100" b="0">
                          <a:solidFill>
                            <a:srgbClr val="404040"/>
                          </a:solidFill>
                          <a:latin typeface="Poppins"/>
                        </a:rPr>
                        <a:t>Four registers, four weight rows, one reaching across files to a different range</a:t>
                      </a:r>
                    </a:p>
                  </a:txBody>
                  <a:tcPr marL="73152" marR="73152" marT="36576" marB="36576" anchor="t">
                    <a:solidFill>
                      <a:srgbClr val="FFFFFF"/>
                    </a:solidFill>
                  </a:tcPr>
                </a:tc>
              </a:tr>
              <a:tr h="411480">
                <a:tc>
                  <a:txBody>
                    <a:bodyPr wrap="square"/>
                    <a:lstStyle/>
                    <a:p>
                      <a:pPr>
                        <a:buNone/>
                      </a:pPr>
                      <a:r>
                        <a:rPr sz="1100" b="1">
                          <a:solidFill>
                            <a:srgbClr val="404040"/>
                          </a:solidFill>
                          <a:latin typeface="Poppins"/>
                        </a:rPr>
                        <a:t>One initiative tagged to a fifth theme string that exists nowhere else</a:t>
                      </a:r>
                    </a:p>
                  </a:txBody>
                  <a:tcPr marL="73152" marR="73152" marT="36576" marB="36576" anchor="t">
                    <a:solidFill>
                      <a:srgbClr val="FFFFFF"/>
                    </a:solidFill>
                  </a:tcPr>
                </a:tc>
                <a:tc>
                  <a:txBody>
                    <a:bodyPr wrap="square"/>
                    <a:lstStyle/>
                    <a:p>
                      <a:pPr>
                        <a:buNone/>
                      </a:pPr>
                      <a:r>
                        <a:rPr sz="1100" b="0">
                          <a:solidFill>
                            <a:srgbClr val="404040"/>
                          </a:solidFill>
                          <a:latin typeface="Poppins"/>
                        </a:rPr>
                        <a:t>Theme resolves by string lookup, so grouping and wave order corrupt silently</a:t>
                      </a:r>
                    </a:p>
                  </a:txBody>
                  <a:tcPr marL="73152" marR="73152" marT="36576" marB="36576" anchor="t">
                    <a:solidFill>
                      <a:srgbClr val="FFFFFF"/>
                    </a:solidFill>
                  </a:tcPr>
                </a:tc>
              </a:tr>
              <a:tr h="411480">
                <a:tc>
                  <a:txBody>
                    <a:bodyPr wrap="square"/>
                    <a:lstStyle/>
                    <a:p>
                      <a:pPr>
                        <a:buNone/>
                      </a:pPr>
                      <a:r>
                        <a:rPr sz="1100" b="1">
                          <a:solidFill>
                            <a:srgbClr val="404040"/>
                          </a:solidFill>
                          <a:latin typeface="Poppins"/>
                        </a:rPr>
                        <a:t>A column-shifted formula row inside the file marked final</a:t>
                      </a:r>
                    </a:p>
                  </a:txBody>
                  <a:tcPr marL="73152" marR="73152" marT="36576" marB="36576" anchor="t">
                    <a:solidFill>
                      <a:srgbClr val="FFFFFF"/>
                    </a:solidFill>
                  </a:tcPr>
                </a:tc>
                <a:tc>
                  <a:txBody>
                    <a:bodyPr wrap="square"/>
                    <a:lstStyle/>
                    <a:p>
                      <a:pPr>
                        <a:buNone/>
                      </a:pPr>
                      <a:r>
                        <a:rPr sz="1100" b="0">
                          <a:solidFill>
                            <a:srgbClr val="404040"/>
                          </a:solidFill>
                          <a:latin typeface="Poppins"/>
                        </a:rPr>
                        <a:t>That opportunity has no priority band and its quadrant reads one axis twice</a:t>
                      </a:r>
                    </a:p>
                  </a:txBody>
                  <a:tcPr marL="73152" marR="73152" marT="36576" marB="36576" anchor="t">
                    <a:solidFill>
                      <a:srgbClr val="FFFFFF"/>
                    </a:solidFill>
                  </a:tcPr>
                </a:tc>
              </a:tr>
              <a:tr h="411480">
                <a:tc>
                  <a:txBody>
                    <a:bodyPr wrap="square"/>
                    <a:lstStyle/>
                    <a:p>
                      <a:pPr>
                        <a:buNone/>
                      </a:pPr>
                      <a:r>
                        <a:rPr sz="1100" b="1">
                          <a:solidFill>
                            <a:srgbClr val="404040"/>
                          </a:solidFill>
                          <a:latin typeface="Poppins"/>
                        </a:rPr>
                        <a:t>A priority quadrant that the framework can never populate</a:t>
                      </a:r>
                    </a:p>
                  </a:txBody>
                  <a:tcPr marL="73152" marR="73152" marT="36576" marB="36576" anchor="t">
                    <a:solidFill>
                      <a:srgbClr val="FFFFFF"/>
                    </a:solidFill>
                  </a:tcPr>
                </a:tc>
                <a:tc>
                  <a:txBody>
                    <a:bodyPr wrap="square"/>
                    <a:lstStyle/>
                    <a:p>
                      <a:pPr>
                        <a:buNone/>
                      </a:pPr>
                      <a:r>
                        <a:rPr sz="1100" b="0">
                          <a:solidFill>
                            <a:srgbClr val="404040"/>
                          </a:solidFill>
                          <a:latin typeface="Poppins"/>
                        </a:rPr>
                        <a:t>Nothing warns the team; the empty cell is discovered by the room</a:t>
                      </a:r>
                    </a:p>
                  </a:txBody>
                  <a:tcPr marL="73152" marR="73152" marT="36576" marB="36576" anchor="t">
                    <a:solidFill>
                      <a:srgbClr val="FFFFFF"/>
                    </a:solidFill>
                  </a:tcPr>
                </a:tc>
              </a:tr>
              <a:tr h="411480">
                <a:tc>
                  <a:txBody>
                    <a:bodyPr wrap="square"/>
                    <a:lstStyle/>
                    <a:p>
                      <a:pPr>
                        <a:buNone/>
                      </a:pPr>
                      <a:r>
                        <a:rPr sz="1100" b="1">
                          <a:solidFill>
                            <a:srgbClr val="404040"/>
                          </a:solidFill>
                          <a:latin typeface="Poppins"/>
                        </a:rPr>
                        <a:t>Register counts stated four ways: 43, 46, about 50, and a split summing to 56</a:t>
                      </a:r>
                    </a:p>
                  </a:txBody>
                  <a:tcPr marL="73152" marR="73152" marT="36576" marB="36576" anchor="t">
                    <a:solidFill>
                      <a:srgbClr val="FFFFFF"/>
                    </a:solidFill>
                  </a:tcPr>
                </a:tc>
                <a:tc>
                  <a:txBody>
                    <a:bodyPr wrap="square"/>
                    <a:lstStyle/>
                    <a:p>
                      <a:pPr>
                        <a:buNone/>
                      </a:pPr>
                      <a:r>
                        <a:rPr sz="1100" b="0">
                          <a:solidFill>
                            <a:srgbClr val="404040"/>
                          </a:solidFill>
                          <a:latin typeface="Poppins"/>
                        </a:rPr>
                        <a:t>Exhibit numbers are typed, not bound, so the deck and the model drift apart</a:t>
                      </a:r>
                    </a:p>
                  </a:txBody>
                  <a:tcPr marL="73152" marR="73152" marT="36576" marB="36576" anchor="t">
                    <a:solidFill>
                      <a:srgbClr val="FFFFFF"/>
                    </a:solidFill>
                  </a:tcPr>
                </a:tc>
              </a:tr>
            </a:tbl>
          </a:graphicData>
        </a:graphic>
      </p:graphicFrame>
      <p:sp>
        <p:nvSpPr>
          <p:cNvPr id="5" name="Rectangle 4"/>
          <p:cNvSpPr/>
          <p:nvPr/>
        </p:nvSpPr>
        <p:spPr>
          <a:xfrm>
            <a:off x="269748" y="4059936"/>
            <a:ext cx="8613648" cy="566928"/>
          </a:xfrm>
          <a:prstGeom prst="rect">
            <a:avLst/>
          </a:prstGeom>
          <a:solidFill>
            <a:srgbClr val="E8F4F4"/>
          </a:solidFill>
          <a:ln w="19050">
            <a:solidFill>
              <a:srgbClr val="44B0B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buNone/>
            </a:pPr>
            <a:r>
              <a:rPr sz="1600" b="1">
                <a:solidFill>
                  <a:srgbClr val="09375F"/>
                </a:solidFill>
                <a:latin typeface="Poppins"/>
              </a:rPr>
              <a:t>The partner defends numbers on a slide that nothing in the model guarantees.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a:xfrm>
            <a:off x="269748" y="683056"/>
            <a:ext cx="8613648" cy="274320"/>
          </a:xfrm>
        </p:spPr>
        <p:txBody>
          <a:bodyPr/>
          <a:lstStyle/>
          <a:p>
            <a:pPr>
              <a:buNone/>
            </a:pPr>
            <a:r>
              <a:rPr sz="1400">
                <a:solidFill>
                  <a:srgbClr val="09375F"/>
                </a:solidFill>
                <a:latin typeface="Poppins"/>
              </a:rPr>
              <a:t>Conductor runs the eight-phase methodology as one computed model</a:t>
            </a:r>
          </a:p>
        </p:txBody>
      </p:sp>
      <p:sp>
        <p:nvSpPr>
          <p:cNvPr id="3" name="Content Placeholder 2"/>
          <p:cNvSpPr>
            <a:spLocks noGrp="1"/>
          </p:cNvSpPr>
          <p:nvPr>
            <p:ph idx="1"/>
          </p:nvPr>
        </p:nvSpPr>
        <p:spPr>
          <a:xfrm>
            <a:off x="269748" y="1171346"/>
            <a:ext cx="8613648" cy="1133856"/>
          </a:xfrm>
        </p:spPr>
        <p:txBody>
          <a:bodyPr/>
          <a:lstStyle/>
          <a:p>
            <a:r>
              <a:rPr sz="1100">
                <a:solidFill>
                  <a:srgbClr val="404040"/>
                </a:solidFill>
                <a:latin typeface="Poppins"/>
              </a:rPr>
              <a:t>Aberdeen works one model: 28 maturity focus areas, 36 scored opportunities, 12 initiatives, four waves. Every derived number is recomputed on read, never stored.</a:t>
            </a:r>
          </a:p>
          <a:p>
            <a:r>
              <a:rPr sz="1100">
                <a:solidFill>
                  <a:srgbClr val="404040"/>
                </a:solidFill>
                <a:latin typeface="Poppins"/>
              </a:rPr>
              <a:t>Publishing freezes an immutable version; the client portal reads only that snapshot, so a later internal edit cannot change what the client has been shown.</a:t>
            </a:r>
          </a:p>
          <a:p>
            <a:r>
              <a:rPr sz="1100">
                <a:solidFill>
                  <a:srgbClr val="404040"/>
                </a:solidFill>
                <a:latin typeface="Poppins"/>
              </a:rPr>
              <a:t>Client input returns as a proposed change for Aberdeen review, never as an overwrite.</a:t>
            </a:r>
          </a:p>
        </p:txBody>
      </p:sp>
      <p:sp>
        <p:nvSpPr>
          <p:cNvPr id="4" name="Title 3"/>
          <p:cNvSpPr>
            <a:spLocks noGrp="1"/>
          </p:cNvSpPr>
          <p:nvPr>
            <p:ph type="title"/>
          </p:nvPr>
        </p:nvSpPr>
        <p:spPr>
          <a:xfrm>
            <a:off x="269748" y="288036"/>
            <a:ext cx="8613648" cy="380390"/>
          </a:xfrm>
        </p:spPr>
        <p:txBody>
          <a:bodyPr/>
          <a:lstStyle/>
          <a:p>
            <a:pPr>
              <a:buNone/>
            </a:pPr>
            <a:r>
              <a:rPr sz="2400">
                <a:solidFill>
                  <a:srgbClr val="09375F"/>
                </a:solidFill>
                <a:latin typeface="Poppins"/>
              </a:rPr>
              <a:t>One engagement model, two governed experiences</a:t>
            </a:r>
          </a:p>
        </p:txBody>
      </p:sp>
      <p:pic>
        <p:nvPicPr>
          <p:cNvPr id="5" name="Picture 4" descr="_crop_04-opportunities.png"/>
          <p:cNvPicPr>
            <a:picLocks noChangeAspect="1"/>
          </p:cNvPicPr>
          <p:nvPr/>
        </p:nvPicPr>
        <p:blipFill>
          <a:blip r:embed="rId2"/>
          <a:stretch>
            <a:fillRect/>
          </a:stretch>
        </p:blipFill>
        <p:spPr>
          <a:xfrm>
            <a:off x="690372" y="2377440"/>
            <a:ext cx="3721608" cy="1956816"/>
          </a:xfrm>
          <a:prstGeom prst="rect">
            <a:avLst/>
          </a:prstGeom>
          <a:ln w="9525">
            <a:solidFill>
              <a:srgbClr val="09375F"/>
            </a:solidFill>
          </a:ln>
        </p:spPr>
      </p:pic>
      <p:sp>
        <p:nvSpPr>
          <p:cNvPr id="6" name="TextBox 5"/>
          <p:cNvSpPr txBox="1"/>
          <p:nvPr/>
        </p:nvSpPr>
        <p:spPr>
          <a:xfrm>
            <a:off x="690372" y="4361688"/>
            <a:ext cx="3721608" cy="365760"/>
          </a:xfrm>
          <a:prstGeom prst="rect">
            <a:avLst/>
          </a:prstGeom>
          <a:noFill/>
        </p:spPr>
        <p:txBody>
          <a:bodyPr wrap="square">
            <a:spAutoFit/>
          </a:bodyPr>
          <a:lstStyle/>
          <a:p>
            <a:pPr algn="l">
              <a:buNone/>
            </a:pPr>
            <a:r>
              <a:rPr sz="900" b="0">
                <a:solidFill>
                  <a:srgbClr val="404040"/>
                </a:solidFill>
                <a:latin typeface="Poppins"/>
              </a:rPr>
              <a:t>Aberdeen workspace: the scored register, with the weights and bands the engine applies</a:t>
            </a:r>
          </a:p>
        </p:txBody>
      </p:sp>
      <p:pic>
        <p:nvPicPr>
          <p:cNvPr id="7" name="Picture 6" descr="_crop_09-portal-roadmap.png"/>
          <p:cNvPicPr>
            <a:picLocks noChangeAspect="1"/>
          </p:cNvPicPr>
          <p:nvPr/>
        </p:nvPicPr>
        <p:blipFill>
          <a:blip r:embed="rId3"/>
          <a:stretch>
            <a:fillRect/>
          </a:stretch>
        </p:blipFill>
        <p:spPr>
          <a:xfrm>
            <a:off x="4741164" y="2377440"/>
            <a:ext cx="3721608" cy="1956816"/>
          </a:xfrm>
          <a:prstGeom prst="rect">
            <a:avLst/>
          </a:prstGeom>
          <a:ln w="9525">
            <a:solidFill>
              <a:srgbClr val="09375F"/>
            </a:solidFill>
          </a:ln>
        </p:spPr>
      </p:pic>
      <p:sp>
        <p:nvSpPr>
          <p:cNvPr id="8" name="TextBox 7"/>
          <p:cNvSpPr txBox="1"/>
          <p:nvPr/>
        </p:nvSpPr>
        <p:spPr>
          <a:xfrm>
            <a:off x="4741164" y="4361688"/>
            <a:ext cx="3721608" cy="365760"/>
          </a:xfrm>
          <a:prstGeom prst="rect">
            <a:avLst/>
          </a:prstGeom>
          <a:noFill/>
        </p:spPr>
        <p:txBody>
          <a:bodyPr wrap="square">
            <a:spAutoFit/>
          </a:bodyPr>
          <a:lstStyle/>
          <a:p>
            <a:pPr algn="l">
              <a:buNone/>
            </a:pPr>
            <a:r>
              <a:rPr sz="900" b="0">
                <a:solidFill>
                  <a:srgbClr val="404040"/>
                </a:solidFill>
                <a:latin typeface="Poppins"/>
              </a:rPr>
              <a:t>Client portal: the published roadmap the client reads, frozen at version 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a:xfrm>
            <a:off x="269748" y="683056"/>
            <a:ext cx="8613648" cy="274320"/>
          </a:xfrm>
        </p:spPr>
        <p:txBody>
          <a:bodyPr/>
          <a:lstStyle/>
          <a:p>
            <a:pPr>
              <a:buNone/>
            </a:pPr>
            <a:r>
              <a:rPr sz="1400">
                <a:solidFill>
                  <a:srgbClr val="09375F"/>
                </a:solidFill>
                <a:latin typeface="Poppins"/>
              </a:rPr>
              <a:t>AI proposes, code calculates — and the boundary is architectural, not a prompt</a:t>
            </a:r>
          </a:p>
        </p:txBody>
      </p:sp>
      <p:sp>
        <p:nvSpPr>
          <p:cNvPr id="3" name="Title 2"/>
          <p:cNvSpPr>
            <a:spLocks noGrp="1"/>
          </p:cNvSpPr>
          <p:nvPr>
            <p:ph type="title"/>
          </p:nvPr>
        </p:nvSpPr>
        <p:spPr>
          <a:xfrm>
            <a:off x="269748" y="288036"/>
            <a:ext cx="8613648" cy="380390"/>
          </a:xfrm>
        </p:spPr>
        <p:txBody>
          <a:bodyPr/>
          <a:lstStyle/>
          <a:p>
            <a:pPr>
              <a:buNone/>
            </a:pPr>
            <a:r>
              <a:rPr sz="2400">
                <a:solidFill>
                  <a:srgbClr val="09375F"/>
                </a:solidFill>
                <a:latin typeface="Poppins"/>
              </a:rPr>
              <a:t>Why a generic tool cannot produce this</a:t>
            </a:r>
          </a:p>
        </p:txBody>
      </p:sp>
      <p:graphicFrame>
        <p:nvGraphicFramePr>
          <p:cNvPr id="4" name="Table 3"/>
          <p:cNvGraphicFramePr>
            <a:graphicFrameLocks noGrp="1"/>
          </p:cNvGraphicFramePr>
          <p:nvPr/>
        </p:nvGraphicFramePr>
        <p:xfrm>
          <a:off x="269748" y="1170432"/>
          <a:ext cx="8613648" cy="2761488"/>
        </p:xfrm>
        <a:graphic>
          <a:graphicData uri="http://schemas.openxmlformats.org/drawingml/2006/table">
            <a:tbl>
              <a:tblPr firstRow="1" bandRow="0">
                <a:tableStyleId>{69012ECD-51FC-41F1-AA8D-1B2483CD663E}</a:tableStyleId>
              </a:tblPr>
              <a:tblGrid>
                <a:gridCol w="2103120"/>
                <a:gridCol w="3310128"/>
                <a:gridCol w="3200400"/>
              </a:tblGrid>
              <a:tr h="274320">
                <a:tc>
                  <a:txBody>
                    <a:bodyPr wrap="square"/>
                    <a:lstStyle/>
                    <a:p>
                      <a:pPr>
                        <a:buNone/>
                      </a:pPr>
                      <a:r>
                        <a:rPr sz="1100" b="1">
                          <a:solidFill>
                            <a:srgbClr val="FFFFFF"/>
                          </a:solidFill>
                          <a:latin typeface="Poppins"/>
                        </a:rPr>
                        <a:t>What the deliverable requires</a:t>
                      </a:r>
                    </a:p>
                  </a:txBody>
                  <a:tcPr marL="73152" marR="73152" marT="36576" marB="36576" anchor="ctr">
                    <a:solidFill>
                      <a:srgbClr val="09375F"/>
                    </a:solidFill>
                  </a:tcPr>
                </a:tc>
                <a:tc>
                  <a:txBody>
                    <a:bodyPr wrap="square"/>
                    <a:lstStyle/>
                    <a:p>
                      <a:pPr>
                        <a:buNone/>
                      </a:pPr>
                      <a:r>
                        <a:rPr sz="1100" b="1">
                          <a:solidFill>
                            <a:srgbClr val="FFFFFF"/>
                          </a:solidFill>
                          <a:latin typeface="Poppins"/>
                        </a:rPr>
                        <a:t>Conductor</a:t>
                      </a:r>
                    </a:p>
                  </a:txBody>
                  <a:tcPr marL="73152" marR="73152" marT="36576" marB="36576" anchor="ctr">
                    <a:solidFill>
                      <a:srgbClr val="09375F"/>
                    </a:solidFill>
                  </a:tcPr>
                </a:tc>
                <a:tc>
                  <a:txBody>
                    <a:bodyPr wrap="square"/>
                    <a:lstStyle/>
                    <a:p>
                      <a:pPr>
                        <a:buNone/>
                      </a:pPr>
                      <a:r>
                        <a:rPr sz="1100" b="1">
                          <a:solidFill>
                            <a:srgbClr val="FFFFFF"/>
                          </a:solidFill>
                          <a:latin typeface="Poppins"/>
                        </a:rPr>
                        <a:t>A generic project tool or AI writer</a:t>
                      </a:r>
                    </a:p>
                  </a:txBody>
                  <a:tcPr marL="73152" marR="73152" marT="36576" marB="36576" anchor="ctr">
                    <a:solidFill>
                      <a:srgbClr val="09375F"/>
                    </a:solidFill>
                  </a:tcPr>
                </a:tc>
              </a:tr>
              <a:tr h="621792">
                <a:tc>
                  <a:txBody>
                    <a:bodyPr wrap="square"/>
                    <a:lstStyle/>
                    <a:p>
                      <a:pPr>
                        <a:buNone/>
                      </a:pPr>
                      <a:r>
                        <a:rPr sz="1100" b="1">
                          <a:solidFill>
                            <a:srgbClr val="404040"/>
                          </a:solidFill>
                          <a:latin typeface="Poppins"/>
                        </a:rPr>
                        <a:t>The firm's method executes</a:t>
                      </a:r>
                    </a:p>
                  </a:txBody>
                  <a:tcPr marL="73152" marR="73152" marT="36576" marB="36576" anchor="t">
                    <a:solidFill>
                      <a:srgbClr val="FFFFFF"/>
                    </a:solidFill>
                  </a:tcPr>
                </a:tc>
                <a:tc>
                  <a:txBody>
                    <a:bodyPr wrap="square"/>
                    <a:lstStyle/>
                    <a:p>
                      <a:pPr>
                        <a:buNone/>
                      </a:pPr>
                      <a:r>
                        <a:rPr sz="1100" b="0">
                          <a:solidFill>
                            <a:srgbClr val="404040"/>
                          </a:solidFill>
                          <a:latin typeface="Poppins"/>
                        </a:rPr>
                        <a:t>Weights 0.40 / 0.35 / 0.25, bands 4.5 / 3.75 / 2.8, quadrant split 3.5, maturity gap, wave feasibility — one tested engine</a:t>
                      </a:r>
                    </a:p>
                  </a:txBody>
                  <a:tcPr marL="73152" marR="73152" marT="36576" marB="36576" anchor="t">
                    <a:solidFill>
                      <a:srgbClr val="FFFFFF"/>
                    </a:solidFill>
                  </a:tcPr>
                </a:tc>
                <a:tc>
                  <a:txBody>
                    <a:bodyPr wrap="square"/>
                    <a:lstStyle/>
                    <a:p>
                      <a:pPr>
                        <a:buNone/>
                      </a:pPr>
                      <a:r>
                        <a:rPr sz="1100" b="0">
                          <a:solidFill>
                            <a:srgbClr val="404040"/>
                          </a:solidFill>
                          <a:latin typeface="Poppins"/>
                        </a:rPr>
                        <a:t>Neither carries the firm's scoring method as executable logic; both restate a result computed somewhere else</a:t>
                      </a:r>
                    </a:p>
                  </a:txBody>
                  <a:tcPr marL="73152" marR="73152" marT="36576" marB="36576" anchor="t">
                    <a:solidFill>
                      <a:srgbClr val="FFFFFF"/>
                    </a:solidFill>
                  </a:tcPr>
                </a:tc>
              </a:tr>
              <a:tr h="621792">
                <a:tc>
                  <a:txBody>
                    <a:bodyPr wrap="square"/>
                    <a:lstStyle/>
                    <a:p>
                      <a:pPr>
                        <a:buNone/>
                      </a:pPr>
                      <a:r>
                        <a:rPr sz="1100" b="1">
                          <a:solidFill>
                            <a:srgbClr val="404040"/>
                          </a:solidFill>
                          <a:latin typeface="Poppins"/>
                        </a:rPr>
                        <a:t>Every AI output is reviewable</a:t>
                      </a:r>
                    </a:p>
                  </a:txBody>
                  <a:tcPr marL="73152" marR="73152" marT="36576" marB="36576" anchor="t">
                    <a:solidFill>
                      <a:srgbClr val="FFFFFF"/>
                    </a:solidFill>
                  </a:tcPr>
                </a:tc>
                <a:tc>
                  <a:txBody>
                    <a:bodyPr wrap="square"/>
                    <a:lstStyle/>
                    <a:p>
                      <a:pPr>
                        <a:buNone/>
                      </a:pPr>
                      <a:r>
                        <a:rPr sz="1100" b="0">
                          <a:solidFill>
                            <a:srgbClr val="404040"/>
                          </a:solidFill>
                          <a:latin typeface="Poppins"/>
                        </a:rPr>
                        <a:t>Each proposal carries confidence, evidence and rationale, and no proposal can write a calculated field</a:t>
                      </a:r>
                    </a:p>
                  </a:txBody>
                  <a:tcPr marL="73152" marR="73152" marT="36576" marB="36576" anchor="t">
                    <a:solidFill>
                      <a:srgbClr val="FFFFFF"/>
                    </a:solidFill>
                  </a:tcPr>
                </a:tc>
                <a:tc>
                  <a:txBody>
                    <a:bodyPr wrap="square"/>
                    <a:lstStyle/>
                    <a:p>
                      <a:pPr>
                        <a:buNone/>
                      </a:pPr>
                      <a:r>
                        <a:rPr sz="1100" b="0">
                          <a:solidFill>
                            <a:srgbClr val="404040"/>
                          </a:solidFill>
                          <a:latin typeface="Poppins"/>
                        </a:rPr>
                        <a:t>An AI writer authors the number and the sentence about it, with no typed field to check either against</a:t>
                      </a:r>
                    </a:p>
                  </a:txBody>
                  <a:tcPr marL="73152" marR="73152" marT="36576" marB="36576" anchor="t">
                    <a:solidFill>
                      <a:srgbClr val="FFFFFF"/>
                    </a:solidFill>
                  </a:tcPr>
                </a:tc>
              </a:tr>
              <a:tr h="621792">
                <a:tc>
                  <a:txBody>
                    <a:bodyPr wrap="square"/>
                    <a:lstStyle/>
                    <a:p>
                      <a:pPr>
                        <a:buNone/>
                      </a:pPr>
                      <a:r>
                        <a:rPr sz="1100" b="1">
                          <a:solidFill>
                            <a:srgbClr val="404040"/>
                          </a:solidFill>
                          <a:latin typeface="Poppins"/>
                        </a:rPr>
                        <a:t>The client sees a version, not a live view</a:t>
                      </a:r>
                    </a:p>
                  </a:txBody>
                  <a:tcPr marL="73152" marR="73152" marT="36576" marB="36576" anchor="t">
                    <a:solidFill>
                      <a:srgbClr val="FFFFFF"/>
                    </a:solidFill>
                  </a:tcPr>
                </a:tc>
                <a:tc>
                  <a:txBody>
                    <a:bodyPr wrap="square"/>
                    <a:lstStyle/>
                    <a:p>
                      <a:pPr>
                        <a:buNone/>
                      </a:pPr>
                      <a:r>
                        <a:rPr sz="1100" b="0">
                          <a:solidFill>
                            <a:srgbClr val="404040"/>
                          </a:solidFill>
                          <a:latin typeface="Poppins"/>
                        </a:rPr>
                        <a:t>Publishing deep-freezes a snapshot of exactly what was selected; the portal reads only that version</a:t>
                      </a:r>
                    </a:p>
                  </a:txBody>
                  <a:tcPr marL="73152" marR="73152" marT="36576" marB="36576" anchor="t">
                    <a:solidFill>
                      <a:srgbClr val="FFFFFF"/>
                    </a:solidFill>
                  </a:tcPr>
                </a:tc>
                <a:tc>
                  <a:txBody>
                    <a:bodyPr wrap="square"/>
                    <a:lstStyle/>
                    <a:p>
                      <a:pPr>
                        <a:buNone/>
                      </a:pPr>
                      <a:r>
                        <a:rPr sz="1100" b="0">
                          <a:solidFill>
                            <a:srgbClr val="404040"/>
                          </a:solidFill>
                          <a:latin typeface="Poppins"/>
                        </a:rPr>
                        <a:t>A working board the client watches change, or a static export that silently ages</a:t>
                      </a:r>
                    </a:p>
                  </a:txBody>
                  <a:tcPr marL="73152" marR="73152" marT="36576" marB="36576" anchor="t">
                    <a:solidFill>
                      <a:srgbClr val="FFFFFF"/>
                    </a:solidFill>
                  </a:tcPr>
                </a:tc>
              </a:tr>
              <a:tr h="621792">
                <a:tc>
                  <a:txBody>
                    <a:bodyPr wrap="square"/>
                    <a:lstStyle/>
                    <a:p>
                      <a:pPr>
                        <a:buNone/>
                      </a:pPr>
                      <a:r>
                        <a:rPr sz="1100" b="1">
                          <a:solidFill>
                            <a:srgbClr val="404040"/>
                          </a:solidFill>
                          <a:latin typeface="Poppins"/>
                        </a:rPr>
                        <a:t>Client input needs a review gate</a:t>
                      </a:r>
                    </a:p>
                  </a:txBody>
                  <a:tcPr marL="73152" marR="73152" marT="36576" marB="36576" anchor="t">
                    <a:solidFill>
                      <a:srgbClr val="FFFFFF"/>
                    </a:solidFill>
                  </a:tcPr>
                </a:tc>
                <a:tc>
                  <a:txBody>
                    <a:bodyPr wrap="square"/>
                    <a:lstStyle/>
                    <a:p>
                      <a:pPr>
                        <a:buNone/>
                      </a:pPr>
                      <a:r>
                        <a:rPr sz="1100" b="0">
                          <a:solidFill>
                            <a:srgbClr val="404040"/>
                          </a:solidFill>
                          <a:latin typeface="Poppins"/>
                        </a:rPr>
                        <a:t>Feedback returns as a proposal; accepting mutates the model and writes an audit event, rejecting does not</a:t>
                      </a:r>
                    </a:p>
                  </a:txBody>
                  <a:tcPr marL="73152" marR="73152" marT="36576" marB="36576" anchor="t">
                    <a:solidFill>
                      <a:srgbClr val="FFFFFF"/>
                    </a:solidFill>
                  </a:tcPr>
                </a:tc>
                <a:tc>
                  <a:txBody>
                    <a:bodyPr wrap="square"/>
                    <a:lstStyle/>
                    <a:p>
                      <a:pPr>
                        <a:buNone/>
                      </a:pPr>
                      <a:r>
                        <a:rPr sz="1100" b="0">
                          <a:solidFill>
                            <a:srgbClr val="404040"/>
                          </a:solidFill>
                          <a:latin typeface="Poppins"/>
                        </a:rPr>
                        <a:t>Comments parked beside the artefact, or a client editing the model directly</a:t>
                      </a:r>
                    </a:p>
                  </a:txBody>
                  <a:tcPr marL="73152" marR="73152" marT="36576" marB="36576" anchor="t">
                    <a:solidFill>
                      <a:srgbClr val="FFFFFF"/>
                    </a:solidFill>
                  </a:tcPr>
                </a:tc>
              </a:tr>
            </a:tbl>
          </a:graphicData>
        </a:graphic>
      </p:graphicFrame>
      <p:sp>
        <p:nvSpPr>
          <p:cNvPr id="5" name="TextBox 4"/>
          <p:cNvSpPr txBox="1"/>
          <p:nvPr/>
        </p:nvSpPr>
        <p:spPr>
          <a:xfrm>
            <a:off x="269748" y="4005072"/>
            <a:ext cx="8613648" cy="548640"/>
          </a:xfrm>
          <a:prstGeom prst="rect">
            <a:avLst/>
          </a:prstGeom>
          <a:noFill/>
        </p:spPr>
        <p:txBody>
          <a:bodyPr wrap="square">
            <a:spAutoFit/>
          </a:bodyPr>
          <a:lstStyle/>
          <a:p>
            <a:pPr algn="l">
              <a:buNone/>
            </a:pPr>
            <a:r>
              <a:rPr sz="900" b="0">
                <a:solidFill>
                  <a:srgbClr val="404040"/>
                </a:solidFill>
                <a:latin typeface="Poppins"/>
              </a:rPr>
              <a:t>Honest scope of the demo: the AI proposals in this build are seeded mock outputs (model version mock-v1) — no model is called. What is real is the mechanism: the propose, review and commit flow, the confidence and evidence carried on each proposal, and the rule that a calculated field is not writable from the AI surface.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a:xfrm>
            <a:off x="267004" y="1171346"/>
            <a:ext cx="4144975" cy="2103120"/>
          </a:xfrm>
        </p:spPr>
        <p:txBody>
          <a:bodyPr/>
          <a:lstStyle/>
          <a:p>
            <a:r>
              <a:rPr sz="1100">
                <a:solidFill>
                  <a:srgbClr val="404040"/>
                </a:solidFill>
                <a:latin typeface="Poppins"/>
              </a:rPr>
              <a:t>Two authenticated role experiences over one engagement model, with the client seeing only what Aberdeen published</a:t>
            </a:r>
          </a:p>
          <a:p>
            <a:r>
              <a:rPr sz="1100">
                <a:solidFill>
                  <a:srgbClr val="404040"/>
                </a:solidFill>
                <a:latin typeface="Poppins"/>
              </a:rPr>
              <a:t>36 scored opportunities, 28 maturity focus areas, 12 initiatives, four waves, typed dependencies</a:t>
            </a:r>
          </a:p>
          <a:p>
            <a:r>
              <a:rPr sz="1100">
                <a:solidFill>
                  <a:srgbClr val="404040"/>
                </a:solidFill>
                <a:latin typeface="Poppins"/>
              </a:rPr>
              <a:t>Deterministic engine behind every derived number, covered by 22 calculation checks</a:t>
            </a:r>
          </a:p>
          <a:p>
            <a:r>
              <a:rPr sz="1100">
                <a:solidFill>
                  <a:srgbClr val="404040"/>
                </a:solidFill>
                <a:latin typeface="Poppins"/>
              </a:rPr>
              <a:t>Publish freezes a version; client ranking and timing feedback return as reviewable proposals</a:t>
            </a:r>
          </a:p>
        </p:txBody>
      </p:sp>
      <p:sp>
        <p:nvSpPr>
          <p:cNvPr id="3" name="Text Placeholder 2"/>
          <p:cNvSpPr>
            <a:spLocks noGrp="1"/>
          </p:cNvSpPr>
          <p:nvPr>
            <p:ph type="body" idx="13" sz="quarter"/>
          </p:nvPr>
        </p:nvSpPr>
        <p:spPr>
          <a:xfrm>
            <a:off x="269748" y="683056"/>
            <a:ext cx="8613648" cy="274320"/>
          </a:xfrm>
        </p:spPr>
        <p:txBody>
          <a:bodyPr/>
          <a:lstStyle/>
          <a:p>
            <a:pPr>
              <a:buNone/>
            </a:pPr>
            <a:r>
              <a:rPr sz="1400">
                <a:solidFill>
                  <a:srgbClr val="09375F"/>
                </a:solidFill>
                <a:latin typeface="Poppins"/>
              </a:rPr>
              <a:t>Reviewable now by local run; the commercial case is a target, not a result</a:t>
            </a:r>
          </a:p>
        </p:txBody>
      </p:sp>
      <p:sp>
        <p:nvSpPr>
          <p:cNvPr id="4" name="Title 3"/>
          <p:cNvSpPr>
            <a:spLocks noGrp="1"/>
          </p:cNvSpPr>
          <p:nvPr>
            <p:ph type="title"/>
          </p:nvPr>
        </p:nvSpPr>
        <p:spPr>
          <a:xfrm>
            <a:off x="269748" y="288036"/>
            <a:ext cx="8613648" cy="380390"/>
          </a:xfrm>
        </p:spPr>
        <p:txBody>
          <a:bodyPr/>
          <a:lstStyle/>
          <a:p>
            <a:pPr>
              <a:buNone/>
            </a:pPr>
            <a:r>
              <a:rPr sz="2400">
                <a:solidFill>
                  <a:srgbClr val="09375F"/>
                </a:solidFill>
                <a:latin typeface="Poppins"/>
              </a:rPr>
              <a:t>What works today, what comes next</a:t>
            </a:r>
          </a:p>
        </p:txBody>
      </p:sp>
      <p:sp>
        <p:nvSpPr>
          <p:cNvPr id="5" name="Content Placeholder 4"/>
          <p:cNvSpPr>
            <a:spLocks noGrp="1"/>
          </p:cNvSpPr>
          <p:nvPr>
            <p:ph idx="14"/>
          </p:nvPr>
        </p:nvSpPr>
        <p:spPr>
          <a:xfrm>
            <a:off x="4737506" y="1171346"/>
            <a:ext cx="4144975" cy="2103120"/>
          </a:xfrm>
        </p:spPr>
        <p:txBody>
          <a:bodyPr/>
          <a:lstStyle/>
          <a:p>
            <a:r>
              <a:rPr sz="1100">
                <a:solidFill>
                  <a:srgbClr val="404040"/>
                </a:solidFill>
                <a:latin typeface="Poppins"/>
              </a:rPr>
              <a:t>Document and transcript ingestion, with evidence anchored to the source cell or slide</a:t>
            </a:r>
          </a:p>
          <a:p>
            <a:r>
              <a:rPr sz="1100">
                <a:solidFill>
                  <a:srgbClr val="404040"/>
                </a:solidFill>
                <a:latin typeface="Poppins"/>
              </a:rPr>
              <a:t>The cost, investment and capacity model</a:t>
            </a:r>
          </a:p>
          <a:p>
            <a:r>
              <a:rPr sz="1100">
                <a:solidFill>
                  <a:srgbClr val="404040"/>
                </a:solidFill>
                <a:latin typeface="Poppins"/>
              </a:rPr>
              <a:t>PowerPoint and Excel generation read from the model</a:t>
            </a:r>
          </a:p>
          <a:p>
            <a:r>
              <a:rPr sz="1100">
                <a:solidFill>
                  <a:srgbClr val="404040"/>
                </a:solidFill>
                <a:latin typeface="Poppins"/>
              </a:rPr>
              <a:t>Cross-engagement precedent library of playbooks and risks</a:t>
            </a:r>
          </a:p>
          <a:p>
            <a:r>
              <a:rPr sz="1100">
                <a:solidFill>
                  <a:srgbClr val="404040"/>
                </a:solidFill>
                <a:latin typeface="Poppins"/>
              </a:rPr>
              <a:t>Execution tracking after board approval</a:t>
            </a:r>
          </a:p>
        </p:txBody>
      </p:sp>
      <p:sp>
        <p:nvSpPr>
          <p:cNvPr id="6" name="TextBox 5"/>
          <p:cNvSpPr txBox="1"/>
          <p:nvPr/>
        </p:nvSpPr>
        <p:spPr>
          <a:xfrm>
            <a:off x="267004" y="996696"/>
            <a:ext cx="4144975" cy="201168"/>
          </a:xfrm>
          <a:prstGeom prst="rect">
            <a:avLst/>
          </a:prstGeom>
          <a:noFill/>
        </p:spPr>
        <p:txBody>
          <a:bodyPr wrap="square">
            <a:spAutoFit/>
          </a:bodyPr>
          <a:lstStyle/>
          <a:p>
            <a:pPr algn="l">
              <a:buNone/>
            </a:pPr>
            <a:r>
              <a:rPr sz="1200" b="1">
                <a:solidFill>
                  <a:srgbClr val="09375F"/>
                </a:solidFill>
                <a:latin typeface="Poppins"/>
              </a:rPr>
              <a:t>Working in the demo today</a:t>
            </a:r>
          </a:p>
        </p:txBody>
      </p:sp>
      <p:sp>
        <p:nvSpPr>
          <p:cNvPr id="7" name="TextBox 6"/>
          <p:cNvSpPr txBox="1"/>
          <p:nvPr/>
        </p:nvSpPr>
        <p:spPr>
          <a:xfrm>
            <a:off x="4737506" y="996696"/>
            <a:ext cx="4144975" cy="201168"/>
          </a:xfrm>
          <a:prstGeom prst="rect">
            <a:avLst/>
          </a:prstGeom>
          <a:noFill/>
        </p:spPr>
        <p:txBody>
          <a:bodyPr wrap="square">
            <a:spAutoFit/>
          </a:bodyPr>
          <a:lstStyle/>
          <a:p>
            <a:pPr algn="l">
              <a:buNone/>
            </a:pPr>
            <a:r>
              <a:rPr sz="1200" b="1">
                <a:solidFill>
                  <a:srgbClr val="09375F"/>
                </a:solidFill>
                <a:latin typeface="Poppins"/>
              </a:rPr>
              <a:t>Future capability, not in this build</a:t>
            </a:r>
          </a:p>
        </p:txBody>
      </p:sp>
      <p:sp>
        <p:nvSpPr>
          <p:cNvPr id="8" name="Rectangle 7"/>
          <p:cNvSpPr/>
          <p:nvPr/>
        </p:nvSpPr>
        <p:spPr>
          <a:xfrm>
            <a:off x="269748" y="3310128"/>
            <a:ext cx="8613648" cy="786384"/>
          </a:xfrm>
          <a:prstGeom prst="rect">
            <a:avLst/>
          </a:prstGeom>
          <a:solidFill>
            <a:srgbClr val="E8F4F4"/>
          </a:solidFill>
          <a:ln w="19050">
            <a:solidFill>
              <a:srgbClr val="44B0B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buNone/>
            </a:pPr>
            <a:r>
              <a:rPr sz="1200" b="1">
                <a:solidFill>
                  <a:srgbClr val="09375F"/>
                </a:solidFill>
                <a:latin typeface="Poppins"/>
              </a:rPr>
              <a:t>Target case, to be refined — Aberdeen's own underwriting, not an MVP result</a:t>
            </a:r>
          </a:p>
          <a:p>
            <a:pPr>
              <a:buNone/>
            </a:pPr>
            <a:r>
              <a:rPr sz="1000">
                <a:solidFill>
                  <a:srgbClr val="404040"/>
                </a:solidFill>
                <a:latin typeface="Poppins"/>
              </a:rPr>
              <a:t>Delivery in four weeks against twelve · consultant effort 250 hours against 800 · two to five engagements per consultant a year · $400K to $650K revenue per consultant · RFP win rate 35% to 60%</a:t>
            </a:r>
          </a:p>
        </p:txBody>
      </p:sp>
      <p:sp>
        <p:nvSpPr>
          <p:cNvPr id="9" name="TextBox 8"/>
          <p:cNvSpPr txBox="1"/>
          <p:nvPr/>
        </p:nvSpPr>
        <p:spPr>
          <a:xfrm>
            <a:off x="269748" y="4187952"/>
            <a:ext cx="8613648" cy="566928"/>
          </a:xfrm>
          <a:prstGeom prst="rect">
            <a:avLst/>
          </a:prstGeom>
          <a:noFill/>
        </p:spPr>
        <p:txBody>
          <a:bodyPr wrap="square">
            <a:spAutoFit/>
          </a:bodyPr>
          <a:lstStyle/>
          <a:p>
            <a:pPr algn="l">
              <a:buNone/>
            </a:pPr>
            <a:r>
              <a:rPr sz="1000" b="0">
                <a:solidFill>
                  <a:srgbClr val="404040"/>
                </a:solidFill>
                <a:latin typeface="Poppins"/>
              </a:rPr>
              <a:t>Repository: github.com/Aberdeen-Advisors/hack-team-06 · There is no deployed instance — the reviewable path is the local run documented in the README: npm install, npm run dev, npm run check:calc. The walkthrough is local and the seeded engagement is fictional.</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c90ee1e1-c015-415f-8aa1-dd21303cc84c"/>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Aberdeen Colors">
      <a:dk1>
        <a:srgbClr val="404040"/>
      </a:dk1>
      <a:lt1>
        <a:srgbClr val="FFFFFF"/>
      </a:lt1>
      <a:dk2>
        <a:srgbClr val="44B0B1"/>
      </a:dk2>
      <a:lt2>
        <a:srgbClr val="09375F"/>
      </a:lt2>
      <a:accent1>
        <a:srgbClr val="09375F"/>
      </a:accent1>
      <a:accent2>
        <a:srgbClr val="03CBFF"/>
      </a:accent2>
      <a:accent3>
        <a:srgbClr val="00A676"/>
      </a:accent3>
      <a:accent4>
        <a:srgbClr val="F7CE01"/>
      </a:accent4>
      <a:accent5>
        <a:srgbClr val="BD8CFF"/>
      </a:accent5>
      <a:accent6>
        <a:srgbClr val="D85049"/>
      </a:accent6>
      <a:hlink>
        <a:srgbClr val="0072AD"/>
      </a:hlink>
      <a:folHlink>
        <a:srgbClr val="041B2F"/>
      </a:folHlink>
    </a:clrScheme>
    <a:fontScheme name="Aberdeen Poppins">
      <a:majorFont>
        <a:latin typeface="Poppins"/>
        <a:ea typeface=""/>
        <a:cs typeface=""/>
      </a:majorFont>
      <a:minorFont>
        <a:latin typeface="Poppi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a:solidFill>
            <a:schemeClr val="bg2"/>
          </a:solidFill>
        </a:ln>
        <a:effectLst/>
      </a:spPr>
      <a:bodyPr rtlCol="0" anchor="ctr"/>
      <a:lstStyle>
        <a:defPPr algn="ctr">
          <a:defRPr sz="1400" dirty="0" smtClean="0">
            <a:solidFill>
              <a:schemeClr val="bg2"/>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9525">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400" dirty="0" smtClean="0">
            <a:solidFill>
              <a:schemeClr val="bg2"/>
            </a:solidFill>
          </a:defRPr>
        </a:defPPr>
      </a:lstStyle>
    </a:txDef>
  </a:objectDefaults>
  <a:extraClrSchemeLst/>
  <a:extLst>
    <a:ext uri="{05A4C25C-085E-4340-85A3-A5531E510DB2}">
      <thm15:themeFamily xmlns:thm15="http://schemas.microsoft.com/office/thememl/2012/main" name="Aberdeen Slide Scratchpad 4.10" id="{46B2C024-FD6C-41EF-8A6C-2678C19FDAF5}" vid="{2915C20E-64BF-4E82-BFD3-FBB6D44EDD2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65916689-acda-41fd-a239-758ae913ac7e" xsi:nil="true"/>
    <lcf76f155ced4ddcb4097134ff3c332f xmlns="b16e42f6-d871-4fc1-a8fc-1f157027ccbe">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C291BBE8FD7C84CA70CDF4C2868A289" ma:contentTypeVersion="18" ma:contentTypeDescription="Create a new document." ma:contentTypeScope="" ma:versionID="77b719284cfcb1b4ce7293fa85153b5d">
  <xsd:schema xmlns:xsd="http://www.w3.org/2001/XMLSchema" xmlns:xs="http://www.w3.org/2001/XMLSchema" xmlns:p="http://schemas.microsoft.com/office/2006/metadata/properties" xmlns:ns2="b16e42f6-d871-4fc1-a8fc-1f157027ccbe" xmlns:ns3="65916689-acda-41fd-a239-758ae913ac7e" targetNamespace="http://schemas.microsoft.com/office/2006/metadata/properties" ma:root="true" ma:fieldsID="9dfa5295c7243027d60c82b29c201230" ns2:_="" ns3:_="">
    <xsd:import namespace="b16e42f6-d871-4fc1-a8fc-1f157027ccbe"/>
    <xsd:import namespace="65916689-acda-41fd-a239-758ae913ac7e"/>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2:MediaLengthInSeconds"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16e42f6-d871-4fc1-a8fc-1f157027ccb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078bbed4-fbb2-46c1-826f-e2ad6c105653"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DateTaken" ma:index="20" nillable="true" ma:displayName="MediaServiceDateTaken" ma:hidden="true" ma:internalName="MediaServiceDateTaken" ma:readOnly="true">
      <xsd:simpleType>
        <xsd:restriction base="dms:Text"/>
      </xsd:simpleType>
    </xsd:element>
    <xsd:element name="MediaServiceLocation" ma:index="21" nillable="true" ma:displayName="Location"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5916689-acda-41fd-a239-758ae913ac7e"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f75776d7-e378-4038-aa6f-3aa1bea8d957}" ma:internalName="TaxCatchAll" ma:showField="CatchAllData" ma:web="65916689-acda-41fd-a239-758ae913ac7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B2ED00E-F7F6-4964-9CF5-AE459CAA9AF3}">
  <ds:schemaRefs>
    <ds:schemaRef ds:uri="65916689-acda-41fd-a239-758ae913ac7e"/>
    <ds:schemaRef ds:uri="b16e42f6-d871-4fc1-a8fc-1f157027ccbe"/>
    <ds:schemaRef ds:uri="http://purl.org/dc/dcmitype/"/>
    <ds:schemaRef ds:uri="http://purl.org/dc/elements/1.1/"/>
    <ds:schemaRef ds:uri="http://schemas.openxmlformats.org/package/2006/metadata/core-properties"/>
    <ds:schemaRef ds:uri="http://schemas.microsoft.com/office/2006/metadata/properties"/>
    <ds:schemaRef ds:uri="http://www.w3.org/XML/1998/namespace"/>
    <ds:schemaRef ds:uri="http://schemas.microsoft.com/office/2006/documentManagement/types"/>
    <ds:schemaRef ds:uri="http://purl.org/dc/terms/"/>
    <ds:schemaRef ds:uri="http://schemas.microsoft.com/office/infopath/2007/PartnerControls"/>
  </ds:schemaRefs>
</ds:datastoreItem>
</file>

<file path=customXml/itemProps2.xml><?xml version="1.0" encoding="utf-8"?>
<ds:datastoreItem xmlns:ds="http://schemas.openxmlformats.org/officeDocument/2006/customXml" ds:itemID="{A8912F03-EBCD-44FF-B1AC-982EBA4A502B}">
  <ds:schemaRefs>
    <ds:schemaRef ds:uri="http://schemas.microsoft.com/sharepoint/v3/contenttype/forms"/>
  </ds:schemaRefs>
</ds:datastoreItem>
</file>

<file path=customXml/itemProps3.xml><?xml version="1.0" encoding="utf-8"?>
<ds:datastoreItem xmlns:ds="http://schemas.openxmlformats.org/officeDocument/2006/customXml" ds:itemID="{17F8C30A-3039-403C-9102-73341EB8E86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16e42f6-d871-4fc1-a8fc-1f157027ccbe"/>
    <ds:schemaRef ds:uri="65916689-acda-41fd-a239-758ae913ac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454</Words>
  <Application>Microsoft Macintosh PowerPoint</Application>
  <PresentationFormat>On-screen Show (16:9)</PresentationFormat>
  <Paragraphs>220</Paragraphs>
  <Slides>24</Slides>
  <Notes>3</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24</vt:i4>
      </vt:variant>
    </vt:vector>
  </HeadingPairs>
  <TitlesOfParts>
    <vt:vector size="31" baseType="lpstr">
      <vt:lpstr>Poppins</vt:lpstr>
      <vt:lpstr>Courier New</vt:lpstr>
      <vt:lpstr>Arial</vt:lpstr>
      <vt:lpstr>Aptos</vt:lpstr>
      <vt:lpstr>Wingdings</vt:lpstr>
      <vt:lpstr>Office Theme</vt:lpstr>
      <vt:lpstr>think-cell Slide</vt:lpstr>
      <vt:lpstr>Aberdeen Slide Master</vt:lpstr>
      <vt:lpstr>Style Guide</vt:lpstr>
      <vt:lpstr>Using this slide master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Standard Elements</vt:lpstr>
      <vt:lpstr>Sample 6 week plan</vt:lpstr>
      <vt:lpstr>Sample Workstream Planning</vt:lpstr>
      <vt:lpstr>Sample Org Chart</vt:lpstr>
      <vt:lpstr>Iconography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Erin Henn</dc:creator>
  <cp:lastModifiedBy>Erin Henn</cp:lastModifiedBy>
  <cp:revision>1</cp:revision>
  <dcterms:created xsi:type="dcterms:W3CDTF">2025-06-13T14:13:16Z</dcterms:created>
  <dcterms:modified xsi:type="dcterms:W3CDTF">2026-01-22T19:02:23Z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0x0101007C291BBE8FD7C84CA70CDF4C2868A289</vt:lpwstr>
  </property>
  <property fmtid="{D5CDD505-2E9C-101B-9397-08002B2CF9AE}" pid="3" name="MediaServiceImageTags">
    <vt:lpwstr/>
  </property>
</Properties>
</file>